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260" r:id="rId25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C1335D-B421-451E-9CB0-AD8CC6E4A7D9}" v="3" dt="2026-07-12T10:00:4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40" y="40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custSel addSld delSld modSld">
      <pc:chgData name="Venkateshkumar Singaravelu" userId="79d9a579347d75e3" providerId="LiveId" clId="{33F179D8-C598-449D-8BBB-2B4198C98BC6}" dt="2026-07-12T10:24:08.916" v="51" actId="27636"/>
      <pc:docMkLst>
        <pc:docMk/>
      </pc:docMkLst>
      <pc:sldChg chg="addSp modSp mod">
        <pc:chgData name="Venkateshkumar Singaravelu" userId="79d9a579347d75e3" providerId="LiveId" clId="{33F179D8-C598-449D-8BBB-2B4198C98BC6}" dt="2026-07-12T10:02:22.940" v="7" actId="26606"/>
        <pc:sldMkLst>
          <pc:docMk/>
          <pc:sldMk cId="3793148430" sldId="258"/>
        </pc:sldMkLst>
        <pc:spChg chg="mod">
          <ac:chgData name="Venkateshkumar Singaravelu" userId="79d9a579347d75e3" providerId="LiveId" clId="{33F179D8-C598-449D-8BBB-2B4198C98BC6}" dt="2026-07-12T10:00:42.580" v="6"/>
          <ac:spMkLst>
            <pc:docMk/>
            <pc:sldMk cId="3793148430" sldId="258"/>
            <ac:spMk id="3" creationId="{A23AB77E-1721-8D81-90D5-5B9C9E30CCAC}"/>
          </ac:spMkLst>
        </pc:spChg>
        <pc:spChg chg="add">
          <ac:chgData name="Venkateshkumar Singaravelu" userId="79d9a579347d75e3" providerId="LiveId" clId="{33F179D8-C598-449D-8BBB-2B4198C98BC6}" dt="2026-07-12T10:02:22.940" v="7" actId="26606"/>
          <ac:spMkLst>
            <pc:docMk/>
            <pc:sldMk cId="3793148430" sldId="258"/>
            <ac:spMk id="10" creationId="{00000000-0000-0000-0000-000000000000}"/>
          </ac:spMkLst>
        </pc:spChg>
        <pc:spChg chg="add">
          <ac:chgData name="Venkateshkumar Singaravelu" userId="79d9a579347d75e3" providerId="LiveId" clId="{33F179D8-C598-449D-8BBB-2B4198C98BC6}" dt="2026-07-12T10:02:22.940" v="7" actId="26606"/>
          <ac:spMkLst>
            <pc:docMk/>
            <pc:sldMk cId="3793148430" sldId="258"/>
            <ac:spMk id="11" creationId="{00000000-0000-0000-0000-000000000000}"/>
          </ac:spMkLst>
        </pc:spChg>
      </pc:sldChg>
      <pc:sldChg chg="modSp del mod">
        <pc:chgData name="Venkateshkumar Singaravelu" userId="79d9a579347d75e3" providerId="LiveId" clId="{33F179D8-C598-449D-8BBB-2B4198C98BC6}" dt="2026-07-12T10:24:08.541" v="13" actId="26606"/>
        <pc:sldMkLst>
          <pc:docMk/>
          <pc:sldMk cId="3911101775" sldId="313"/>
        </pc:sldMkLst>
        <pc:picChg chg="mod">
          <ac:chgData name="Venkateshkumar Singaravelu" userId="79d9a579347d75e3" providerId="LiveId" clId="{33F179D8-C598-449D-8BBB-2B4198C98BC6}" dt="2026-07-12T10:03:29.667" v="11" actId="14100"/>
          <ac:picMkLst>
            <pc:docMk/>
            <pc:sldMk cId="3911101775" sldId="313"/>
            <ac:picMk id="6" creationId="{3B5BA78C-09DB-1364-1758-881F96ABDCF5}"/>
          </ac:picMkLst>
        </pc:picChg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2252370011" sldId="314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52417096" sldId="315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2332787084" sldId="319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2181940565" sldId="321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2007626842" sldId="322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716434003" sldId="323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3459592575" sldId="324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1082283942" sldId="325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1799732294" sldId="326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2327626316" sldId="327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3092499886" sldId="328"/>
        </pc:sldMkLst>
      </pc:sldChg>
      <pc:sldChg chg="del">
        <pc:chgData name="Venkateshkumar Singaravelu" userId="79d9a579347d75e3" providerId="LiveId" clId="{33F179D8-C598-449D-8BBB-2B4198C98BC6}" dt="2026-07-12T10:24:08.541" v="13" actId="26606"/>
        <pc:sldMkLst>
          <pc:docMk/>
          <pc:sldMk cId="2597830765" sldId="329"/>
        </pc:sldMkLst>
      </pc:sldChg>
      <pc:sldChg chg="add">
        <pc:chgData name="Venkateshkumar Singaravelu" userId="79d9a579347d75e3" providerId="LiveId" clId="{33F179D8-C598-449D-8BBB-2B4198C98BC6}" dt="2026-07-12T10:09:46.410" v="12" actId="26606"/>
        <pc:sldMkLst>
          <pc:docMk/>
          <pc:sldMk cId="0" sldId="330"/>
        </pc:sldMkLst>
      </pc:sldChg>
      <pc:sldChg chg="modSp add mod">
        <pc:chgData name="Venkateshkumar Singaravelu" userId="79d9a579347d75e3" providerId="LiveId" clId="{33F179D8-C598-449D-8BBB-2B4198C98BC6}" dt="2026-07-12T10:24:08.591" v="15" actId="27636"/>
        <pc:sldMkLst>
          <pc:docMk/>
          <pc:sldMk cId="0" sldId="331"/>
        </pc:sldMkLst>
        <pc:spChg chg="mod">
          <ac:chgData name="Venkateshkumar Singaravelu" userId="79d9a579347d75e3" providerId="LiveId" clId="{33F179D8-C598-449D-8BBB-2B4198C98BC6}" dt="2026-07-12T10:24:08.591" v="15" actId="27636"/>
          <ac:spMkLst>
            <pc:docMk/>
            <pc:sldMk cId="0" sldId="33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591" v="14" actId="27636"/>
          <ac:spMkLst>
            <pc:docMk/>
            <pc:sldMk cId="0" sldId="331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608" v="17" actId="27636"/>
        <pc:sldMkLst>
          <pc:docMk/>
          <pc:sldMk cId="0" sldId="332"/>
        </pc:sldMkLst>
        <pc:spChg chg="mod">
          <ac:chgData name="Venkateshkumar Singaravelu" userId="79d9a579347d75e3" providerId="LiveId" clId="{33F179D8-C598-449D-8BBB-2B4198C98BC6}" dt="2026-07-12T10:24:08.608" v="17" actId="27636"/>
          <ac:spMkLst>
            <pc:docMk/>
            <pc:sldMk cId="0" sldId="33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608" v="16" actId="27636"/>
          <ac:spMkLst>
            <pc:docMk/>
            <pc:sldMk cId="0" sldId="332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625" v="19" actId="27636"/>
        <pc:sldMkLst>
          <pc:docMk/>
          <pc:sldMk cId="0" sldId="333"/>
        </pc:sldMkLst>
        <pc:spChg chg="mod">
          <ac:chgData name="Venkateshkumar Singaravelu" userId="79d9a579347d75e3" providerId="LiveId" clId="{33F179D8-C598-449D-8BBB-2B4198C98BC6}" dt="2026-07-12T10:24:08.625" v="18" actId="27636"/>
          <ac:spMkLst>
            <pc:docMk/>
            <pc:sldMk cId="0" sldId="33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625" v="19" actId="27636"/>
          <ac:spMkLst>
            <pc:docMk/>
            <pc:sldMk cId="0" sldId="333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641" v="21" actId="27636"/>
        <pc:sldMkLst>
          <pc:docMk/>
          <pc:sldMk cId="0" sldId="334"/>
        </pc:sldMkLst>
        <pc:spChg chg="mod">
          <ac:chgData name="Venkateshkumar Singaravelu" userId="79d9a579347d75e3" providerId="LiveId" clId="{33F179D8-C598-449D-8BBB-2B4198C98BC6}" dt="2026-07-12T10:24:08.641" v="20" actId="27636"/>
          <ac:spMkLst>
            <pc:docMk/>
            <pc:sldMk cId="0" sldId="33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641" v="21" actId="27636"/>
          <ac:spMkLst>
            <pc:docMk/>
            <pc:sldMk cId="0" sldId="334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658" v="23" actId="27636"/>
        <pc:sldMkLst>
          <pc:docMk/>
          <pc:sldMk cId="0" sldId="335"/>
        </pc:sldMkLst>
        <pc:spChg chg="mod">
          <ac:chgData name="Venkateshkumar Singaravelu" userId="79d9a579347d75e3" providerId="LiveId" clId="{33F179D8-C598-449D-8BBB-2B4198C98BC6}" dt="2026-07-12T10:24:08.652" v="22" actId="27636"/>
          <ac:spMkLst>
            <pc:docMk/>
            <pc:sldMk cId="0" sldId="33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658" v="23" actId="27636"/>
          <ac:spMkLst>
            <pc:docMk/>
            <pc:sldMk cId="0" sldId="335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675" v="25" actId="27636"/>
        <pc:sldMkLst>
          <pc:docMk/>
          <pc:sldMk cId="0" sldId="336"/>
        </pc:sldMkLst>
        <pc:spChg chg="mod">
          <ac:chgData name="Venkateshkumar Singaravelu" userId="79d9a579347d75e3" providerId="LiveId" clId="{33F179D8-C598-449D-8BBB-2B4198C98BC6}" dt="2026-07-12T10:24:08.673" v="24" actId="27636"/>
          <ac:spMkLst>
            <pc:docMk/>
            <pc:sldMk cId="0" sldId="33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675" v="25" actId="27636"/>
          <ac:spMkLst>
            <pc:docMk/>
            <pc:sldMk cId="0" sldId="336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688" v="27" actId="27636"/>
        <pc:sldMkLst>
          <pc:docMk/>
          <pc:sldMk cId="0" sldId="337"/>
        </pc:sldMkLst>
        <pc:spChg chg="mod">
          <ac:chgData name="Venkateshkumar Singaravelu" userId="79d9a579347d75e3" providerId="LiveId" clId="{33F179D8-C598-449D-8BBB-2B4198C98BC6}" dt="2026-07-12T10:24:08.688" v="27" actId="27636"/>
          <ac:spMkLst>
            <pc:docMk/>
            <pc:sldMk cId="0" sldId="33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684" v="26" actId="27636"/>
          <ac:spMkLst>
            <pc:docMk/>
            <pc:sldMk cId="0" sldId="337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700" v="29" actId="27636"/>
        <pc:sldMkLst>
          <pc:docMk/>
          <pc:sldMk cId="0" sldId="338"/>
        </pc:sldMkLst>
        <pc:spChg chg="mod">
          <ac:chgData name="Venkateshkumar Singaravelu" userId="79d9a579347d75e3" providerId="LiveId" clId="{33F179D8-C598-449D-8BBB-2B4198C98BC6}" dt="2026-07-12T10:24:08.691" v="28" actId="27636"/>
          <ac:spMkLst>
            <pc:docMk/>
            <pc:sldMk cId="0" sldId="33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700" v="29" actId="27636"/>
          <ac:spMkLst>
            <pc:docMk/>
            <pc:sldMk cId="0" sldId="338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708" v="31" actId="27636"/>
        <pc:sldMkLst>
          <pc:docMk/>
          <pc:sldMk cId="0" sldId="339"/>
        </pc:sldMkLst>
        <pc:spChg chg="mod">
          <ac:chgData name="Venkateshkumar Singaravelu" userId="79d9a579347d75e3" providerId="LiveId" clId="{33F179D8-C598-449D-8BBB-2B4198C98BC6}" dt="2026-07-12T10:24:08.708" v="30" actId="27636"/>
          <ac:spMkLst>
            <pc:docMk/>
            <pc:sldMk cId="0" sldId="33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708" v="31" actId="27636"/>
          <ac:spMkLst>
            <pc:docMk/>
            <pc:sldMk cId="0" sldId="339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736" v="33" actId="27636"/>
        <pc:sldMkLst>
          <pc:docMk/>
          <pc:sldMk cId="0" sldId="340"/>
        </pc:sldMkLst>
        <pc:spChg chg="mod">
          <ac:chgData name="Venkateshkumar Singaravelu" userId="79d9a579347d75e3" providerId="LiveId" clId="{33F179D8-C598-449D-8BBB-2B4198C98BC6}" dt="2026-07-12T10:24:08.736" v="33" actId="27636"/>
          <ac:spMkLst>
            <pc:docMk/>
            <pc:sldMk cId="0" sldId="34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730" v="32" actId="27636"/>
          <ac:spMkLst>
            <pc:docMk/>
            <pc:sldMk cId="0" sldId="340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758" v="35" actId="27636"/>
        <pc:sldMkLst>
          <pc:docMk/>
          <pc:sldMk cId="0" sldId="341"/>
        </pc:sldMkLst>
        <pc:spChg chg="mod">
          <ac:chgData name="Venkateshkumar Singaravelu" userId="79d9a579347d75e3" providerId="LiveId" clId="{33F179D8-C598-449D-8BBB-2B4198C98BC6}" dt="2026-07-12T10:24:08.741" v="34" actId="27636"/>
          <ac:spMkLst>
            <pc:docMk/>
            <pc:sldMk cId="0" sldId="34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758" v="35" actId="27636"/>
          <ac:spMkLst>
            <pc:docMk/>
            <pc:sldMk cId="0" sldId="341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774" v="37" actId="27636"/>
        <pc:sldMkLst>
          <pc:docMk/>
          <pc:sldMk cId="0" sldId="342"/>
        </pc:sldMkLst>
        <pc:spChg chg="mod">
          <ac:chgData name="Venkateshkumar Singaravelu" userId="79d9a579347d75e3" providerId="LiveId" clId="{33F179D8-C598-449D-8BBB-2B4198C98BC6}" dt="2026-07-12T10:24:08.767" v="36" actId="27636"/>
          <ac:spMkLst>
            <pc:docMk/>
            <pc:sldMk cId="0" sldId="34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774" v="37" actId="27636"/>
          <ac:spMkLst>
            <pc:docMk/>
            <pc:sldMk cId="0" sldId="342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792" v="39" actId="27636"/>
        <pc:sldMkLst>
          <pc:docMk/>
          <pc:sldMk cId="0" sldId="343"/>
        </pc:sldMkLst>
        <pc:spChg chg="mod">
          <ac:chgData name="Venkateshkumar Singaravelu" userId="79d9a579347d75e3" providerId="LiveId" clId="{33F179D8-C598-449D-8BBB-2B4198C98BC6}" dt="2026-07-12T10:24:08.787" v="38" actId="27636"/>
          <ac:spMkLst>
            <pc:docMk/>
            <pc:sldMk cId="0" sldId="34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792" v="39" actId="27636"/>
          <ac:spMkLst>
            <pc:docMk/>
            <pc:sldMk cId="0" sldId="343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811" v="41" actId="27636"/>
        <pc:sldMkLst>
          <pc:docMk/>
          <pc:sldMk cId="0" sldId="344"/>
        </pc:sldMkLst>
        <pc:spChg chg="mod">
          <ac:chgData name="Venkateshkumar Singaravelu" userId="79d9a579347d75e3" providerId="LiveId" clId="{33F179D8-C598-449D-8BBB-2B4198C98BC6}" dt="2026-07-12T10:24:08.807" v="40" actId="27636"/>
          <ac:spMkLst>
            <pc:docMk/>
            <pc:sldMk cId="0" sldId="34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811" v="41" actId="27636"/>
          <ac:spMkLst>
            <pc:docMk/>
            <pc:sldMk cId="0" sldId="344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819" v="43" actId="27636"/>
        <pc:sldMkLst>
          <pc:docMk/>
          <pc:sldMk cId="0" sldId="345"/>
        </pc:sldMkLst>
        <pc:spChg chg="mod">
          <ac:chgData name="Venkateshkumar Singaravelu" userId="79d9a579347d75e3" providerId="LiveId" clId="{33F179D8-C598-449D-8BBB-2B4198C98BC6}" dt="2026-07-12T10:24:08.819" v="43" actId="27636"/>
          <ac:spMkLst>
            <pc:docMk/>
            <pc:sldMk cId="0" sldId="34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819" v="42" actId="27636"/>
          <ac:spMkLst>
            <pc:docMk/>
            <pc:sldMk cId="0" sldId="345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846" v="45" actId="27636"/>
        <pc:sldMkLst>
          <pc:docMk/>
          <pc:sldMk cId="0" sldId="346"/>
        </pc:sldMkLst>
        <pc:spChg chg="mod">
          <ac:chgData name="Venkateshkumar Singaravelu" userId="79d9a579347d75e3" providerId="LiveId" clId="{33F179D8-C598-449D-8BBB-2B4198C98BC6}" dt="2026-07-12T10:24:08.840" v="44" actId="27636"/>
          <ac:spMkLst>
            <pc:docMk/>
            <pc:sldMk cId="0" sldId="34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846" v="45" actId="27636"/>
          <ac:spMkLst>
            <pc:docMk/>
            <pc:sldMk cId="0" sldId="346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875" v="47" actId="27636"/>
        <pc:sldMkLst>
          <pc:docMk/>
          <pc:sldMk cId="0" sldId="347"/>
        </pc:sldMkLst>
        <pc:spChg chg="mod">
          <ac:chgData name="Venkateshkumar Singaravelu" userId="79d9a579347d75e3" providerId="LiveId" clId="{33F179D8-C598-449D-8BBB-2B4198C98BC6}" dt="2026-07-12T10:24:08.875" v="47" actId="27636"/>
          <ac:spMkLst>
            <pc:docMk/>
            <pc:sldMk cId="0" sldId="34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870" v="46" actId="27636"/>
          <ac:spMkLst>
            <pc:docMk/>
            <pc:sldMk cId="0" sldId="347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892" v="49" actId="27636"/>
        <pc:sldMkLst>
          <pc:docMk/>
          <pc:sldMk cId="0" sldId="348"/>
        </pc:sldMkLst>
        <pc:spChg chg="mod">
          <ac:chgData name="Venkateshkumar Singaravelu" userId="79d9a579347d75e3" providerId="LiveId" clId="{33F179D8-C598-449D-8BBB-2B4198C98BC6}" dt="2026-07-12T10:24:08.888" v="48" actId="27636"/>
          <ac:spMkLst>
            <pc:docMk/>
            <pc:sldMk cId="0" sldId="34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892" v="49" actId="27636"/>
          <ac:spMkLst>
            <pc:docMk/>
            <pc:sldMk cId="0" sldId="348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24:08.916" v="51" actId="27636"/>
        <pc:sldMkLst>
          <pc:docMk/>
          <pc:sldMk cId="0" sldId="349"/>
        </pc:sldMkLst>
        <pc:spChg chg="mod">
          <ac:chgData name="Venkateshkumar Singaravelu" userId="79d9a579347d75e3" providerId="LiveId" clId="{33F179D8-C598-449D-8BBB-2B4198C98BC6}" dt="2026-07-12T10:24:08.908" v="50" actId="27636"/>
          <ac:spMkLst>
            <pc:docMk/>
            <pc:sldMk cId="0" sldId="34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24:08.916" v="51" actId="27636"/>
          <ac:spMkLst>
            <pc:docMk/>
            <pc:sldMk cId="0" sldId="349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12/07/2026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Table Of Contents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Introduction to Machine Learning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Python &amp; Data Essentials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Data Preprocessing &amp; Cleaning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Exploratory Data Analysis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Supervised Learning: Classification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Model Evaluation &amp; Validation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Unsupervised Learning &amp; Clustering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09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Feature Engineering &amp; Selection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10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Machine learning is a way of teaching computers to learn from data. Instead of following rules written by hand, the system finds patterns in examples and gets better at a task over time.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Systems that learn patterns from data and improve with experience, rather than following hard-coded rules.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Types of ML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Supervised learning from labelled examples, unsupervised learning that groups data, and reinforcement learning through feedback.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It powers everyday tools like recommendations, forecasts, spam filters, image recognition, and fraud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Machine Learning: Key Concepts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&amp;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examples and measurable inputs a model learns from.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Model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learned relationship that maps inputs to outputs.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fitting the model to examples so it captures patterns.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Prediction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using the trained model to answer new, unseen cases.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Generalization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performing well on data the model has never seen.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AI, ML &amp; Deep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nested ideas, from broad AI to data-driven ML to neural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Python is the most popular language for machine learning because it is easy to read and has a rich set of ready-made tools for working with data.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Python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Simple, readable syntax with a huge community and libraries for every step.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Core Libraries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NumPy, Pandas, Matplotlib, and scikit-learn cover most ML tasks.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Working with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Load, explore, and reshape data before feeding it to a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NumPy Arrays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fast numerical arrays and vectorized math for large datasets.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Pandas DataFrames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labelled tables for real-world, spreadsheet-like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Loading Data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read from CSV, Excel, and databases into your program.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Types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numbers, text, dates, and categories each handled differently.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Vectorization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operate on whole arrays at once instead of slow loops.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Plotting Basics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quick charts with Matplotlib to see what the data says.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Real data is messy. Cleaning and preparing it is often most of the work, and a model can only be as good as the data you give it.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Clean inputs lead to trustworthy models and fewer surprises later.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Common Issues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Missing values, duplicates, inconsistent formats, and outliers.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Tidy, consistent, model-ready data you can rely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Missing Values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remove rows or fill gaps with sensible estimates.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turn categories like colour or city into numbers.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Scaling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put features on a comparable range so none dominates.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Outliers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find and handle extreme values that can mislead a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Train/Test Split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hold back some data to test performance honestly.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Pipelines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chain steps together so preparation is repeatable and safe.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Before building a model, you get to know your data. Exploration reveals patterns, surprises, and quality issues that shape every later decision.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first, curious look at your data using stats and charts.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Summary numbers and simple visualizations tell the story.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Payoff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Spot patterns, catch errors, and find useful features early.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Summary Statistics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mean, median, and spread describe each column.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Distributions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histograms show how values are spread out.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Relationships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scatter plots and correlation link features together.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Grouping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compare segments to see where behaviour differs.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Quality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surface missing values and odd outliers early.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Insights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form hypotheses that guide how you model the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Regression predicts a continuous number, like a price or a temperature, by learning the relationship between inputs and a known numeric answer.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Predict a number from labelled examples with known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House prices, product demand, or tomorrow’s temperature.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Fit a line or curve that best matches the data 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Linear Regression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model straight-line relationships between inputs and output.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Multiple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combine many inputs to improve predictions.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Cost Function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how far predictions are from the truth.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Gradient Descent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adjust the model step by step to reduce error.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Overfitting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when a model memorizes noise instead of the pattern.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Metrics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MAE, MSE, and R² score how well the model fits.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Classification predicts a category or label, such as spam or not-spam, by learning boundaries that separate the different classes.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Predict a label or class from labelled training examples.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Spam detection, image labels, or a yes/no diagnosis.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Learn boundaries that separate one class from another.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Logistic Regression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estimate the probability of belonging to a class.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Decision Trees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a series of yes/no questions to decide.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k-Nearest Neighbors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classify a point by looking at its neighbours.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Multi-class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handle problems with more than two labels.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Decision Boundary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dividing line the model learns between classes.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Class Imbalance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care needed when one label is far more common.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A model is only useful if it works on new data. Evaluation tests it fairly so you can trust its performance in the real world.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Know whether your model truly works before you rely on it.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Idea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Always test on data the model has not seen during training.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Honest, reliable estimates of real-world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Train/Val/Test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split data into learning, tuning, and final-check roles.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Cross-Validation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rotate through folds for a stable estimate.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Confusion Matrix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see correct and incorrect predictions by class.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Precision &amp; Recall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balance false alarms against missed cases.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ROC &amp; AUC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ranking quality across decision thresholds.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Bias vs Variance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balance between underfitting and overfitting.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Unsupervised learning finds structure in data that has no labels, grouping similar items together to reveal hidden patterns.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Discover structure and groups without any labelled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Customer segments, topic groups, or anomaly detection.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Group items by how similar they are to each other.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Clustering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group similar data points into natural sets.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K-Means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partition data into k groups around centres.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Hierarchical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build nested clusters from the bottom up.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Dimensionality Reduction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simplify data while keeping the signal.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PCA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capture the main directions of variation in the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Evaluation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measures like silhouette judge cluster quality.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Good features often matter more than fancy algorithms. This is the craft of shaping raw data into inputs that help a model learn.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Create and refine the inputs a model learns from.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Strong features often beat more complex algorithms.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Balance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Add useful signal while removing noise and clutter.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New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combine or transform columns to expose patterns.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represent categories as numbers a model can use.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Scaling &amp; Binning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reshape ranges and group values into buckets.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Selection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keep the inputs that matter, drop the rest.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Importance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rank how much each input affects predictions.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Avoiding Leakage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never let future or answer data sneak 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With the fundamentals in place, the best way to grow is to build. Real projects tie every step together and deepen your skills.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Bring It Together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Combine each step into one complete ML workflow.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Practice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Build projects end to end on datasets you care about.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Keep Growing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Keep learning, sharing, and refining your craft.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End-to-End Project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go from raw data all the way to a working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Finding Data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explore Kaggle and open datasets to practise 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Deep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neural networks as a powerful next step.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Deployment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put a model into an app so others can use it.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Ethics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consider fairness, privacy, and transparency throughout.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Portfolio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showcase projects to demonstrate your skills.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11704</TotalTime>
  <Words>1627</Words>
  <Application>Microsoft Office PowerPoint</Application>
  <PresentationFormat>Custom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212</cp:revision>
  <dcterms:created xsi:type="dcterms:W3CDTF">2021-10-09T09:31:30Z</dcterms:created>
  <dcterms:modified xsi:type="dcterms:W3CDTF">2026-07-12T10:24:18Z</dcterms:modified>
</cp:coreProperties>
</file>