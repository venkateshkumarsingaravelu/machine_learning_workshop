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8"/>
  </p:notesMasterIdLst>
  <p:sldIdLst>
    <p:sldId id="256" r:id="rId2"/>
    <p:sldId id="257" r:id="rId3"/>
    <p:sldId id="258" r:id="rId4"/>
    <p:sldId id="330" r:id="rId5"/>
    <p:sldId id="331" r:id="rId6"/>
    <p:sldId id="368" r:id="rId7"/>
    <p:sldId id="369" r:id="rId8"/>
    <p:sldId id="332" r:id="rId9"/>
    <p:sldId id="333" r:id="rId10"/>
    <p:sldId id="366" r:id="rId11"/>
    <p:sldId id="367" r:id="rId12"/>
    <p:sldId id="334" r:id="rId13"/>
    <p:sldId id="335" r:id="rId14"/>
    <p:sldId id="364" r:id="rId15"/>
    <p:sldId id="365" r:id="rId16"/>
    <p:sldId id="336" r:id="rId17"/>
    <p:sldId id="337" r:id="rId18"/>
    <p:sldId id="362" r:id="rId19"/>
    <p:sldId id="363" r:id="rId20"/>
    <p:sldId id="338" r:id="rId21"/>
    <p:sldId id="339" r:id="rId22"/>
    <p:sldId id="360" r:id="rId23"/>
    <p:sldId id="361" r:id="rId24"/>
    <p:sldId id="340" r:id="rId25"/>
    <p:sldId id="341" r:id="rId26"/>
    <p:sldId id="358" r:id="rId27"/>
    <p:sldId id="359" r:id="rId28"/>
    <p:sldId id="342" r:id="rId29"/>
    <p:sldId id="343" r:id="rId30"/>
    <p:sldId id="356" r:id="rId31"/>
    <p:sldId id="357" r:id="rId32"/>
    <p:sldId id="344" r:id="rId33"/>
    <p:sldId id="345" r:id="rId34"/>
    <p:sldId id="354" r:id="rId35"/>
    <p:sldId id="355" r:id="rId36"/>
    <p:sldId id="346" r:id="rId37"/>
    <p:sldId id="347" r:id="rId38"/>
    <p:sldId id="352" r:id="rId39"/>
    <p:sldId id="353" r:id="rId40"/>
    <p:sldId id="348" r:id="rId41"/>
    <p:sldId id="349" r:id="rId42"/>
    <p:sldId id="350" r:id="rId43"/>
    <p:sldId id="351" r:id="rId44"/>
    <p:sldId id="370" r:id="rId45"/>
    <p:sldId id="371" r:id="rId46"/>
    <p:sldId id="260" r:id="rId47"/>
  </p:sldIdLst>
  <p:sldSz cx="10080625" cy="558006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758">
          <p15:clr>
            <a:srgbClr val="A4A3A4"/>
          </p15:clr>
        </p15:guide>
        <p15:guide id="2" pos="3175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3" d="100"/>
          <a:sy n="73" d="100"/>
        </p:scale>
        <p:origin x="870" y="36"/>
      </p:cViewPr>
      <p:guideLst>
        <p:guide orient="horz" pos="1758"/>
        <p:guide pos="3175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enkateshkumar Singaravelu" userId="79d9a579347d75e3" providerId="LiveId" clId="{33F179D8-C598-449D-8BBB-2B4198C98BC6}"/>
    <pc:docChg chg="undo custSel addSld delSld modSld">
      <pc:chgData name="Venkateshkumar Singaravelu" userId="79d9a579347d75e3" providerId="LiveId" clId="{33F179D8-C598-449D-8BBB-2B4198C98BC6}" dt="2026-08-02T10:39:00.868" v="6" actId="2696"/>
      <pc:docMkLst>
        <pc:docMk/>
      </pc:docMkLst>
      <pc:sldChg chg="modSp mod">
        <pc:chgData name="Venkateshkumar Singaravelu" userId="79d9a579347d75e3" providerId="LiveId" clId="{33F179D8-C598-449D-8BBB-2B4198C98BC6}" dt="2026-07-26T10:45:52.405" v="0" actId="26606"/>
        <pc:sldMkLst>
          <pc:docMk/>
          <pc:sldMk cId="3793148430" sldId="258"/>
        </pc:sldMkLst>
        <pc:spChg chg="mod">
          <ac:chgData name="Venkateshkumar Singaravelu" userId="79d9a579347d75e3" providerId="LiveId" clId="{33F179D8-C598-449D-8BBB-2B4198C98BC6}" dt="2026-07-26T10:45:52.405" v="0" actId="26606"/>
          <ac:spMkLst>
            <pc:docMk/>
            <pc:sldMk cId="3793148430" sldId="258"/>
            <ac:spMk id="10" creationId="{00000000-0000-0000-0000-000000000000}"/>
          </ac:spMkLst>
        </pc:spChg>
        <pc:spChg chg="mod">
          <ac:chgData name="Venkateshkumar Singaravelu" userId="79d9a579347d75e3" providerId="LiveId" clId="{33F179D8-C598-449D-8BBB-2B4198C98BC6}" dt="2026-07-26T10:45:52.405" v="0" actId="26606"/>
          <ac:spMkLst>
            <pc:docMk/>
            <pc:sldMk cId="3793148430" sldId="258"/>
            <ac:spMk id="11" creationId="{00000000-0000-0000-0000-000000000000}"/>
          </ac:spMkLst>
        </pc:spChg>
      </pc:sldChg>
      <pc:sldChg chg="modSp mod">
        <pc:chgData name="Venkateshkumar Singaravelu" userId="79d9a579347d75e3" providerId="LiveId" clId="{33F179D8-C598-449D-8BBB-2B4198C98BC6}" dt="2026-07-26T10:45:52.483" v="1" actId="27636"/>
        <pc:sldMkLst>
          <pc:docMk/>
          <pc:sldMk cId="0" sldId="330"/>
        </pc:sldMkLst>
        <pc:spChg chg="mod">
          <ac:chgData name="Venkateshkumar Singaravelu" userId="79d9a579347d75e3" providerId="LiveId" clId="{33F179D8-C598-449D-8BBB-2B4198C98BC6}" dt="2026-07-26T10:45:52.405" v="0" actId="26606"/>
          <ac:spMkLst>
            <pc:docMk/>
            <pc:sldMk cId="0" sldId="330"/>
            <ac:spMk id="10" creationId="{00000000-0000-0000-0000-000000000000}"/>
          </ac:spMkLst>
        </pc:spChg>
        <pc:spChg chg="mod">
          <ac:chgData name="Venkateshkumar Singaravelu" userId="79d9a579347d75e3" providerId="LiveId" clId="{33F179D8-C598-449D-8BBB-2B4198C98BC6}" dt="2026-07-26T10:45:52.483" v="1" actId="27636"/>
          <ac:spMkLst>
            <pc:docMk/>
            <pc:sldMk cId="0" sldId="330"/>
            <ac:spMk id="12" creationId="{00000000-0000-0000-0000-000000000000}"/>
          </ac:spMkLst>
        </pc:spChg>
        <pc:spChg chg="mod">
          <ac:chgData name="Venkateshkumar Singaravelu" userId="79d9a579347d75e3" providerId="LiveId" clId="{33F179D8-C598-449D-8BBB-2B4198C98BC6}" dt="2026-07-26T10:45:52.405" v="0" actId="26606"/>
          <ac:spMkLst>
            <pc:docMk/>
            <pc:sldMk cId="0" sldId="330"/>
            <ac:spMk id="20" creationId="{00000000-0000-0000-0000-000000000000}"/>
          </ac:spMkLst>
        </pc:spChg>
        <pc:spChg chg="mod">
          <ac:chgData name="Venkateshkumar Singaravelu" userId="79d9a579347d75e3" providerId="LiveId" clId="{33F179D8-C598-449D-8BBB-2B4198C98BC6}" dt="2026-07-26T10:45:52.405" v="0" actId="26606"/>
          <ac:spMkLst>
            <pc:docMk/>
            <pc:sldMk cId="0" sldId="330"/>
            <ac:spMk id="21" creationId="{00000000-0000-0000-0000-000000000000}"/>
          </ac:spMkLst>
        </pc:spChg>
        <pc:spChg chg="mod">
          <ac:chgData name="Venkateshkumar Singaravelu" userId="79d9a579347d75e3" providerId="LiveId" clId="{33F179D8-C598-449D-8BBB-2B4198C98BC6}" dt="2026-07-26T10:45:52.405" v="0" actId="26606"/>
          <ac:spMkLst>
            <pc:docMk/>
            <pc:sldMk cId="0" sldId="330"/>
            <ac:spMk id="22" creationId="{00000000-0000-0000-0000-000000000000}"/>
          </ac:spMkLst>
        </pc:spChg>
      </pc:sldChg>
      <pc:sldChg chg="modSp mod">
        <pc:chgData name="Venkateshkumar Singaravelu" userId="79d9a579347d75e3" providerId="LiveId" clId="{33F179D8-C598-449D-8BBB-2B4198C98BC6}" dt="2026-07-26T10:45:52.405" v="0" actId="26606"/>
        <pc:sldMkLst>
          <pc:docMk/>
          <pc:sldMk cId="0" sldId="331"/>
        </pc:sldMkLst>
        <pc:spChg chg="mod">
          <ac:chgData name="Venkateshkumar Singaravelu" userId="79d9a579347d75e3" providerId="LiveId" clId="{33F179D8-C598-449D-8BBB-2B4198C98BC6}" dt="2026-07-26T10:45:52.405" v="0" actId="26606"/>
          <ac:spMkLst>
            <pc:docMk/>
            <pc:sldMk cId="0" sldId="331"/>
            <ac:spMk id="11" creationId="{00000000-0000-0000-0000-000000000000}"/>
          </ac:spMkLst>
        </pc:spChg>
        <pc:spChg chg="mod">
          <ac:chgData name="Venkateshkumar Singaravelu" userId="79d9a579347d75e3" providerId="LiveId" clId="{33F179D8-C598-449D-8BBB-2B4198C98BC6}" dt="2026-07-26T10:45:52.405" v="0" actId="26606"/>
          <ac:spMkLst>
            <pc:docMk/>
            <pc:sldMk cId="0" sldId="331"/>
            <ac:spMk id="20" creationId="{00000000-0000-0000-0000-000000000000}"/>
          </ac:spMkLst>
        </pc:spChg>
        <pc:spChg chg="mod">
          <ac:chgData name="Venkateshkumar Singaravelu" userId="79d9a579347d75e3" providerId="LiveId" clId="{33F179D8-C598-449D-8BBB-2B4198C98BC6}" dt="2026-07-26T10:45:52.405" v="0" actId="26606"/>
          <ac:spMkLst>
            <pc:docMk/>
            <pc:sldMk cId="0" sldId="331"/>
            <ac:spMk id="21" creationId="{00000000-0000-0000-0000-000000000000}"/>
          </ac:spMkLst>
        </pc:spChg>
      </pc:sldChg>
      <pc:sldChg chg="modSp mod">
        <pc:chgData name="Venkateshkumar Singaravelu" userId="79d9a579347d75e3" providerId="LiveId" clId="{33F179D8-C598-449D-8BBB-2B4198C98BC6}" dt="2026-07-26T10:45:52.405" v="0" actId="26606"/>
        <pc:sldMkLst>
          <pc:docMk/>
          <pc:sldMk cId="0" sldId="332"/>
        </pc:sldMkLst>
        <pc:spChg chg="mod">
          <ac:chgData name="Venkateshkumar Singaravelu" userId="79d9a579347d75e3" providerId="LiveId" clId="{33F179D8-C598-449D-8BBB-2B4198C98BC6}" dt="2026-07-26T10:45:52.405" v="0" actId="26606"/>
          <ac:spMkLst>
            <pc:docMk/>
            <pc:sldMk cId="0" sldId="332"/>
            <ac:spMk id="11" creationId="{00000000-0000-0000-0000-000000000000}"/>
          </ac:spMkLst>
        </pc:spChg>
        <pc:spChg chg="mod">
          <ac:chgData name="Venkateshkumar Singaravelu" userId="79d9a579347d75e3" providerId="LiveId" clId="{33F179D8-C598-449D-8BBB-2B4198C98BC6}" dt="2026-07-26T10:45:52.405" v="0" actId="26606"/>
          <ac:spMkLst>
            <pc:docMk/>
            <pc:sldMk cId="0" sldId="332"/>
            <ac:spMk id="13" creationId="{00000000-0000-0000-0000-000000000000}"/>
          </ac:spMkLst>
        </pc:spChg>
        <pc:spChg chg="mod">
          <ac:chgData name="Venkateshkumar Singaravelu" userId="79d9a579347d75e3" providerId="LiveId" clId="{33F179D8-C598-449D-8BBB-2B4198C98BC6}" dt="2026-07-26T10:45:52.405" v="0" actId="26606"/>
          <ac:spMkLst>
            <pc:docMk/>
            <pc:sldMk cId="0" sldId="332"/>
            <ac:spMk id="20" creationId="{00000000-0000-0000-0000-000000000000}"/>
          </ac:spMkLst>
        </pc:spChg>
        <pc:spChg chg="mod">
          <ac:chgData name="Venkateshkumar Singaravelu" userId="79d9a579347d75e3" providerId="LiveId" clId="{33F179D8-C598-449D-8BBB-2B4198C98BC6}" dt="2026-07-26T10:45:52.405" v="0" actId="26606"/>
          <ac:spMkLst>
            <pc:docMk/>
            <pc:sldMk cId="0" sldId="332"/>
            <ac:spMk id="21" creationId="{00000000-0000-0000-0000-000000000000}"/>
          </ac:spMkLst>
        </pc:spChg>
        <pc:spChg chg="mod">
          <ac:chgData name="Venkateshkumar Singaravelu" userId="79d9a579347d75e3" providerId="LiveId" clId="{33F179D8-C598-449D-8BBB-2B4198C98BC6}" dt="2026-07-26T10:45:52.405" v="0" actId="26606"/>
          <ac:spMkLst>
            <pc:docMk/>
            <pc:sldMk cId="0" sldId="332"/>
            <ac:spMk id="22" creationId="{00000000-0000-0000-0000-000000000000}"/>
          </ac:spMkLst>
        </pc:spChg>
      </pc:sldChg>
      <pc:sldChg chg="modSp mod">
        <pc:chgData name="Venkateshkumar Singaravelu" userId="79d9a579347d75e3" providerId="LiveId" clId="{33F179D8-C598-449D-8BBB-2B4198C98BC6}" dt="2026-07-26T10:45:52.405" v="0" actId="26606"/>
        <pc:sldMkLst>
          <pc:docMk/>
          <pc:sldMk cId="0" sldId="333"/>
        </pc:sldMkLst>
        <pc:spChg chg="mod">
          <ac:chgData name="Venkateshkumar Singaravelu" userId="79d9a579347d75e3" providerId="LiveId" clId="{33F179D8-C598-449D-8BBB-2B4198C98BC6}" dt="2026-07-26T10:45:52.405" v="0" actId="26606"/>
          <ac:spMkLst>
            <pc:docMk/>
            <pc:sldMk cId="0" sldId="333"/>
            <ac:spMk id="11" creationId="{00000000-0000-0000-0000-000000000000}"/>
          </ac:spMkLst>
        </pc:spChg>
        <pc:spChg chg="mod">
          <ac:chgData name="Venkateshkumar Singaravelu" userId="79d9a579347d75e3" providerId="LiveId" clId="{33F179D8-C598-449D-8BBB-2B4198C98BC6}" dt="2026-07-26T10:45:52.405" v="0" actId="26606"/>
          <ac:spMkLst>
            <pc:docMk/>
            <pc:sldMk cId="0" sldId="333"/>
            <ac:spMk id="20" creationId="{00000000-0000-0000-0000-000000000000}"/>
          </ac:spMkLst>
        </pc:spChg>
        <pc:spChg chg="mod">
          <ac:chgData name="Venkateshkumar Singaravelu" userId="79d9a579347d75e3" providerId="LiveId" clId="{33F179D8-C598-449D-8BBB-2B4198C98BC6}" dt="2026-07-26T10:45:52.405" v="0" actId="26606"/>
          <ac:spMkLst>
            <pc:docMk/>
            <pc:sldMk cId="0" sldId="333"/>
            <ac:spMk id="21" creationId="{00000000-0000-0000-0000-000000000000}"/>
          </ac:spMkLst>
        </pc:spChg>
      </pc:sldChg>
      <pc:sldChg chg="modSp mod">
        <pc:chgData name="Venkateshkumar Singaravelu" userId="79d9a579347d75e3" providerId="LiveId" clId="{33F179D8-C598-449D-8BBB-2B4198C98BC6}" dt="2026-07-26T10:45:52.405" v="0" actId="26606"/>
        <pc:sldMkLst>
          <pc:docMk/>
          <pc:sldMk cId="0" sldId="334"/>
        </pc:sldMkLst>
        <pc:spChg chg="mod">
          <ac:chgData name="Venkateshkumar Singaravelu" userId="79d9a579347d75e3" providerId="LiveId" clId="{33F179D8-C598-449D-8BBB-2B4198C98BC6}" dt="2026-07-26T10:45:52.405" v="0" actId="26606"/>
          <ac:spMkLst>
            <pc:docMk/>
            <pc:sldMk cId="0" sldId="334"/>
            <ac:spMk id="11" creationId="{00000000-0000-0000-0000-000000000000}"/>
          </ac:spMkLst>
        </pc:spChg>
        <pc:spChg chg="mod">
          <ac:chgData name="Venkateshkumar Singaravelu" userId="79d9a579347d75e3" providerId="LiveId" clId="{33F179D8-C598-449D-8BBB-2B4198C98BC6}" dt="2026-07-26T10:45:52.405" v="0" actId="26606"/>
          <ac:spMkLst>
            <pc:docMk/>
            <pc:sldMk cId="0" sldId="334"/>
            <ac:spMk id="13" creationId="{00000000-0000-0000-0000-000000000000}"/>
          </ac:spMkLst>
        </pc:spChg>
        <pc:spChg chg="mod">
          <ac:chgData name="Venkateshkumar Singaravelu" userId="79d9a579347d75e3" providerId="LiveId" clId="{33F179D8-C598-449D-8BBB-2B4198C98BC6}" dt="2026-07-26T10:45:52.405" v="0" actId="26606"/>
          <ac:spMkLst>
            <pc:docMk/>
            <pc:sldMk cId="0" sldId="334"/>
            <ac:spMk id="20" creationId="{00000000-0000-0000-0000-000000000000}"/>
          </ac:spMkLst>
        </pc:spChg>
        <pc:spChg chg="mod">
          <ac:chgData name="Venkateshkumar Singaravelu" userId="79d9a579347d75e3" providerId="LiveId" clId="{33F179D8-C598-449D-8BBB-2B4198C98BC6}" dt="2026-07-26T10:45:52.405" v="0" actId="26606"/>
          <ac:spMkLst>
            <pc:docMk/>
            <pc:sldMk cId="0" sldId="334"/>
            <ac:spMk id="21" creationId="{00000000-0000-0000-0000-000000000000}"/>
          </ac:spMkLst>
        </pc:spChg>
        <pc:spChg chg="mod">
          <ac:chgData name="Venkateshkumar Singaravelu" userId="79d9a579347d75e3" providerId="LiveId" clId="{33F179D8-C598-449D-8BBB-2B4198C98BC6}" dt="2026-07-26T10:45:52.405" v="0" actId="26606"/>
          <ac:spMkLst>
            <pc:docMk/>
            <pc:sldMk cId="0" sldId="334"/>
            <ac:spMk id="22" creationId="{00000000-0000-0000-0000-000000000000}"/>
          </ac:spMkLst>
        </pc:spChg>
      </pc:sldChg>
      <pc:sldChg chg="modSp mod">
        <pc:chgData name="Venkateshkumar Singaravelu" userId="79d9a579347d75e3" providerId="LiveId" clId="{33F179D8-C598-449D-8BBB-2B4198C98BC6}" dt="2026-07-26T10:45:52.405" v="0" actId="26606"/>
        <pc:sldMkLst>
          <pc:docMk/>
          <pc:sldMk cId="0" sldId="335"/>
        </pc:sldMkLst>
        <pc:spChg chg="mod">
          <ac:chgData name="Venkateshkumar Singaravelu" userId="79d9a579347d75e3" providerId="LiveId" clId="{33F179D8-C598-449D-8BBB-2B4198C98BC6}" dt="2026-07-26T10:45:52.405" v="0" actId="26606"/>
          <ac:spMkLst>
            <pc:docMk/>
            <pc:sldMk cId="0" sldId="335"/>
            <ac:spMk id="11" creationId="{00000000-0000-0000-0000-000000000000}"/>
          </ac:spMkLst>
        </pc:spChg>
        <pc:spChg chg="mod">
          <ac:chgData name="Venkateshkumar Singaravelu" userId="79d9a579347d75e3" providerId="LiveId" clId="{33F179D8-C598-449D-8BBB-2B4198C98BC6}" dt="2026-07-26T10:45:52.405" v="0" actId="26606"/>
          <ac:spMkLst>
            <pc:docMk/>
            <pc:sldMk cId="0" sldId="335"/>
            <ac:spMk id="20" creationId="{00000000-0000-0000-0000-000000000000}"/>
          </ac:spMkLst>
        </pc:spChg>
        <pc:spChg chg="mod">
          <ac:chgData name="Venkateshkumar Singaravelu" userId="79d9a579347d75e3" providerId="LiveId" clId="{33F179D8-C598-449D-8BBB-2B4198C98BC6}" dt="2026-07-26T10:45:52.405" v="0" actId="26606"/>
          <ac:spMkLst>
            <pc:docMk/>
            <pc:sldMk cId="0" sldId="335"/>
            <ac:spMk id="21" creationId="{00000000-0000-0000-0000-000000000000}"/>
          </ac:spMkLst>
        </pc:spChg>
      </pc:sldChg>
      <pc:sldChg chg="modSp mod">
        <pc:chgData name="Venkateshkumar Singaravelu" userId="79d9a579347d75e3" providerId="LiveId" clId="{33F179D8-C598-449D-8BBB-2B4198C98BC6}" dt="2026-07-26T10:45:52.405" v="0" actId="26606"/>
        <pc:sldMkLst>
          <pc:docMk/>
          <pc:sldMk cId="0" sldId="336"/>
        </pc:sldMkLst>
        <pc:spChg chg="mod">
          <ac:chgData name="Venkateshkumar Singaravelu" userId="79d9a579347d75e3" providerId="LiveId" clId="{33F179D8-C598-449D-8BBB-2B4198C98BC6}" dt="2026-07-26T10:45:52.405" v="0" actId="26606"/>
          <ac:spMkLst>
            <pc:docMk/>
            <pc:sldMk cId="0" sldId="336"/>
            <ac:spMk id="11" creationId="{00000000-0000-0000-0000-000000000000}"/>
          </ac:spMkLst>
        </pc:spChg>
        <pc:spChg chg="mod">
          <ac:chgData name="Venkateshkumar Singaravelu" userId="79d9a579347d75e3" providerId="LiveId" clId="{33F179D8-C598-449D-8BBB-2B4198C98BC6}" dt="2026-07-26T10:45:52.405" v="0" actId="26606"/>
          <ac:spMkLst>
            <pc:docMk/>
            <pc:sldMk cId="0" sldId="336"/>
            <ac:spMk id="13" creationId="{00000000-0000-0000-0000-000000000000}"/>
          </ac:spMkLst>
        </pc:spChg>
        <pc:spChg chg="mod">
          <ac:chgData name="Venkateshkumar Singaravelu" userId="79d9a579347d75e3" providerId="LiveId" clId="{33F179D8-C598-449D-8BBB-2B4198C98BC6}" dt="2026-07-26T10:45:52.405" v="0" actId="26606"/>
          <ac:spMkLst>
            <pc:docMk/>
            <pc:sldMk cId="0" sldId="336"/>
            <ac:spMk id="20" creationId="{00000000-0000-0000-0000-000000000000}"/>
          </ac:spMkLst>
        </pc:spChg>
        <pc:spChg chg="mod">
          <ac:chgData name="Venkateshkumar Singaravelu" userId="79d9a579347d75e3" providerId="LiveId" clId="{33F179D8-C598-449D-8BBB-2B4198C98BC6}" dt="2026-07-26T10:45:52.405" v="0" actId="26606"/>
          <ac:spMkLst>
            <pc:docMk/>
            <pc:sldMk cId="0" sldId="336"/>
            <ac:spMk id="21" creationId="{00000000-0000-0000-0000-000000000000}"/>
          </ac:spMkLst>
        </pc:spChg>
        <pc:spChg chg="mod">
          <ac:chgData name="Venkateshkumar Singaravelu" userId="79d9a579347d75e3" providerId="LiveId" clId="{33F179D8-C598-449D-8BBB-2B4198C98BC6}" dt="2026-07-26T10:45:52.405" v="0" actId="26606"/>
          <ac:spMkLst>
            <pc:docMk/>
            <pc:sldMk cId="0" sldId="336"/>
            <ac:spMk id="22" creationId="{00000000-0000-0000-0000-000000000000}"/>
          </ac:spMkLst>
        </pc:spChg>
      </pc:sldChg>
      <pc:sldChg chg="modSp mod">
        <pc:chgData name="Venkateshkumar Singaravelu" userId="79d9a579347d75e3" providerId="LiveId" clId="{33F179D8-C598-449D-8BBB-2B4198C98BC6}" dt="2026-07-26T10:45:52.405" v="0" actId="26606"/>
        <pc:sldMkLst>
          <pc:docMk/>
          <pc:sldMk cId="0" sldId="337"/>
        </pc:sldMkLst>
        <pc:spChg chg="mod">
          <ac:chgData name="Venkateshkumar Singaravelu" userId="79d9a579347d75e3" providerId="LiveId" clId="{33F179D8-C598-449D-8BBB-2B4198C98BC6}" dt="2026-07-26T10:45:52.405" v="0" actId="26606"/>
          <ac:spMkLst>
            <pc:docMk/>
            <pc:sldMk cId="0" sldId="337"/>
            <ac:spMk id="11" creationId="{00000000-0000-0000-0000-000000000000}"/>
          </ac:spMkLst>
        </pc:spChg>
        <pc:spChg chg="mod">
          <ac:chgData name="Venkateshkumar Singaravelu" userId="79d9a579347d75e3" providerId="LiveId" clId="{33F179D8-C598-449D-8BBB-2B4198C98BC6}" dt="2026-07-26T10:45:52.405" v="0" actId="26606"/>
          <ac:spMkLst>
            <pc:docMk/>
            <pc:sldMk cId="0" sldId="337"/>
            <ac:spMk id="20" creationId="{00000000-0000-0000-0000-000000000000}"/>
          </ac:spMkLst>
        </pc:spChg>
        <pc:spChg chg="mod">
          <ac:chgData name="Venkateshkumar Singaravelu" userId="79d9a579347d75e3" providerId="LiveId" clId="{33F179D8-C598-449D-8BBB-2B4198C98BC6}" dt="2026-07-26T10:45:52.405" v="0" actId="26606"/>
          <ac:spMkLst>
            <pc:docMk/>
            <pc:sldMk cId="0" sldId="337"/>
            <ac:spMk id="21" creationId="{00000000-0000-0000-0000-000000000000}"/>
          </ac:spMkLst>
        </pc:spChg>
      </pc:sldChg>
      <pc:sldChg chg="modSp mod">
        <pc:chgData name="Venkateshkumar Singaravelu" userId="79d9a579347d75e3" providerId="LiveId" clId="{33F179D8-C598-449D-8BBB-2B4198C98BC6}" dt="2026-07-26T10:45:52.405" v="0" actId="26606"/>
        <pc:sldMkLst>
          <pc:docMk/>
          <pc:sldMk cId="0" sldId="338"/>
        </pc:sldMkLst>
        <pc:spChg chg="mod">
          <ac:chgData name="Venkateshkumar Singaravelu" userId="79d9a579347d75e3" providerId="LiveId" clId="{33F179D8-C598-449D-8BBB-2B4198C98BC6}" dt="2026-07-26T10:45:52.405" v="0" actId="26606"/>
          <ac:spMkLst>
            <pc:docMk/>
            <pc:sldMk cId="0" sldId="338"/>
            <ac:spMk id="11" creationId="{00000000-0000-0000-0000-000000000000}"/>
          </ac:spMkLst>
        </pc:spChg>
        <pc:spChg chg="mod">
          <ac:chgData name="Venkateshkumar Singaravelu" userId="79d9a579347d75e3" providerId="LiveId" clId="{33F179D8-C598-449D-8BBB-2B4198C98BC6}" dt="2026-07-26T10:45:52.405" v="0" actId="26606"/>
          <ac:spMkLst>
            <pc:docMk/>
            <pc:sldMk cId="0" sldId="338"/>
            <ac:spMk id="13" creationId="{00000000-0000-0000-0000-000000000000}"/>
          </ac:spMkLst>
        </pc:spChg>
        <pc:spChg chg="mod">
          <ac:chgData name="Venkateshkumar Singaravelu" userId="79d9a579347d75e3" providerId="LiveId" clId="{33F179D8-C598-449D-8BBB-2B4198C98BC6}" dt="2026-07-26T10:45:52.405" v="0" actId="26606"/>
          <ac:spMkLst>
            <pc:docMk/>
            <pc:sldMk cId="0" sldId="338"/>
            <ac:spMk id="20" creationId="{00000000-0000-0000-0000-000000000000}"/>
          </ac:spMkLst>
        </pc:spChg>
        <pc:spChg chg="mod">
          <ac:chgData name="Venkateshkumar Singaravelu" userId="79d9a579347d75e3" providerId="LiveId" clId="{33F179D8-C598-449D-8BBB-2B4198C98BC6}" dt="2026-07-26T10:45:52.405" v="0" actId="26606"/>
          <ac:spMkLst>
            <pc:docMk/>
            <pc:sldMk cId="0" sldId="338"/>
            <ac:spMk id="21" creationId="{00000000-0000-0000-0000-000000000000}"/>
          </ac:spMkLst>
        </pc:spChg>
        <pc:spChg chg="mod">
          <ac:chgData name="Venkateshkumar Singaravelu" userId="79d9a579347d75e3" providerId="LiveId" clId="{33F179D8-C598-449D-8BBB-2B4198C98BC6}" dt="2026-07-26T10:45:52.405" v="0" actId="26606"/>
          <ac:spMkLst>
            <pc:docMk/>
            <pc:sldMk cId="0" sldId="338"/>
            <ac:spMk id="22" creationId="{00000000-0000-0000-0000-000000000000}"/>
          </ac:spMkLst>
        </pc:spChg>
      </pc:sldChg>
      <pc:sldChg chg="modSp mod">
        <pc:chgData name="Venkateshkumar Singaravelu" userId="79d9a579347d75e3" providerId="LiveId" clId="{33F179D8-C598-449D-8BBB-2B4198C98BC6}" dt="2026-07-26T10:45:52.405" v="0" actId="26606"/>
        <pc:sldMkLst>
          <pc:docMk/>
          <pc:sldMk cId="0" sldId="339"/>
        </pc:sldMkLst>
        <pc:spChg chg="mod">
          <ac:chgData name="Venkateshkumar Singaravelu" userId="79d9a579347d75e3" providerId="LiveId" clId="{33F179D8-C598-449D-8BBB-2B4198C98BC6}" dt="2026-07-26T10:45:52.405" v="0" actId="26606"/>
          <ac:spMkLst>
            <pc:docMk/>
            <pc:sldMk cId="0" sldId="339"/>
            <ac:spMk id="11" creationId="{00000000-0000-0000-0000-000000000000}"/>
          </ac:spMkLst>
        </pc:spChg>
        <pc:spChg chg="mod">
          <ac:chgData name="Venkateshkumar Singaravelu" userId="79d9a579347d75e3" providerId="LiveId" clId="{33F179D8-C598-449D-8BBB-2B4198C98BC6}" dt="2026-07-26T10:45:52.405" v="0" actId="26606"/>
          <ac:spMkLst>
            <pc:docMk/>
            <pc:sldMk cId="0" sldId="339"/>
            <ac:spMk id="20" creationId="{00000000-0000-0000-0000-000000000000}"/>
          </ac:spMkLst>
        </pc:spChg>
        <pc:spChg chg="mod">
          <ac:chgData name="Venkateshkumar Singaravelu" userId="79d9a579347d75e3" providerId="LiveId" clId="{33F179D8-C598-449D-8BBB-2B4198C98BC6}" dt="2026-07-26T10:45:52.405" v="0" actId="26606"/>
          <ac:spMkLst>
            <pc:docMk/>
            <pc:sldMk cId="0" sldId="339"/>
            <ac:spMk id="21" creationId="{00000000-0000-0000-0000-000000000000}"/>
          </ac:spMkLst>
        </pc:spChg>
      </pc:sldChg>
      <pc:sldChg chg="modSp mod">
        <pc:chgData name="Venkateshkumar Singaravelu" userId="79d9a579347d75e3" providerId="LiveId" clId="{33F179D8-C598-449D-8BBB-2B4198C98BC6}" dt="2026-07-26T10:45:52.405" v="0" actId="26606"/>
        <pc:sldMkLst>
          <pc:docMk/>
          <pc:sldMk cId="0" sldId="340"/>
        </pc:sldMkLst>
        <pc:spChg chg="mod">
          <ac:chgData name="Venkateshkumar Singaravelu" userId="79d9a579347d75e3" providerId="LiveId" clId="{33F179D8-C598-449D-8BBB-2B4198C98BC6}" dt="2026-07-26T10:45:52.405" v="0" actId="26606"/>
          <ac:spMkLst>
            <pc:docMk/>
            <pc:sldMk cId="0" sldId="340"/>
            <ac:spMk id="11" creationId="{00000000-0000-0000-0000-000000000000}"/>
          </ac:spMkLst>
        </pc:spChg>
        <pc:spChg chg="mod">
          <ac:chgData name="Venkateshkumar Singaravelu" userId="79d9a579347d75e3" providerId="LiveId" clId="{33F179D8-C598-449D-8BBB-2B4198C98BC6}" dt="2026-07-26T10:45:52.405" v="0" actId="26606"/>
          <ac:spMkLst>
            <pc:docMk/>
            <pc:sldMk cId="0" sldId="340"/>
            <ac:spMk id="13" creationId="{00000000-0000-0000-0000-000000000000}"/>
          </ac:spMkLst>
        </pc:spChg>
        <pc:spChg chg="mod">
          <ac:chgData name="Venkateshkumar Singaravelu" userId="79d9a579347d75e3" providerId="LiveId" clId="{33F179D8-C598-449D-8BBB-2B4198C98BC6}" dt="2026-07-26T10:45:52.405" v="0" actId="26606"/>
          <ac:spMkLst>
            <pc:docMk/>
            <pc:sldMk cId="0" sldId="340"/>
            <ac:spMk id="20" creationId="{00000000-0000-0000-0000-000000000000}"/>
          </ac:spMkLst>
        </pc:spChg>
        <pc:spChg chg="mod">
          <ac:chgData name="Venkateshkumar Singaravelu" userId="79d9a579347d75e3" providerId="LiveId" clId="{33F179D8-C598-449D-8BBB-2B4198C98BC6}" dt="2026-07-26T10:45:52.405" v="0" actId="26606"/>
          <ac:spMkLst>
            <pc:docMk/>
            <pc:sldMk cId="0" sldId="340"/>
            <ac:spMk id="21" creationId="{00000000-0000-0000-0000-000000000000}"/>
          </ac:spMkLst>
        </pc:spChg>
        <pc:spChg chg="mod">
          <ac:chgData name="Venkateshkumar Singaravelu" userId="79d9a579347d75e3" providerId="LiveId" clId="{33F179D8-C598-449D-8BBB-2B4198C98BC6}" dt="2026-07-26T10:45:52.405" v="0" actId="26606"/>
          <ac:spMkLst>
            <pc:docMk/>
            <pc:sldMk cId="0" sldId="340"/>
            <ac:spMk id="22" creationId="{00000000-0000-0000-0000-000000000000}"/>
          </ac:spMkLst>
        </pc:spChg>
      </pc:sldChg>
      <pc:sldChg chg="modSp mod">
        <pc:chgData name="Venkateshkumar Singaravelu" userId="79d9a579347d75e3" providerId="LiveId" clId="{33F179D8-C598-449D-8BBB-2B4198C98BC6}" dt="2026-07-26T10:45:52.405" v="0" actId="26606"/>
        <pc:sldMkLst>
          <pc:docMk/>
          <pc:sldMk cId="0" sldId="341"/>
        </pc:sldMkLst>
        <pc:spChg chg="mod">
          <ac:chgData name="Venkateshkumar Singaravelu" userId="79d9a579347d75e3" providerId="LiveId" clId="{33F179D8-C598-449D-8BBB-2B4198C98BC6}" dt="2026-07-26T10:45:52.405" v="0" actId="26606"/>
          <ac:spMkLst>
            <pc:docMk/>
            <pc:sldMk cId="0" sldId="341"/>
            <ac:spMk id="11" creationId="{00000000-0000-0000-0000-000000000000}"/>
          </ac:spMkLst>
        </pc:spChg>
        <pc:spChg chg="mod">
          <ac:chgData name="Venkateshkumar Singaravelu" userId="79d9a579347d75e3" providerId="LiveId" clId="{33F179D8-C598-449D-8BBB-2B4198C98BC6}" dt="2026-07-26T10:45:52.405" v="0" actId="26606"/>
          <ac:spMkLst>
            <pc:docMk/>
            <pc:sldMk cId="0" sldId="341"/>
            <ac:spMk id="20" creationId="{00000000-0000-0000-0000-000000000000}"/>
          </ac:spMkLst>
        </pc:spChg>
        <pc:spChg chg="mod">
          <ac:chgData name="Venkateshkumar Singaravelu" userId="79d9a579347d75e3" providerId="LiveId" clId="{33F179D8-C598-449D-8BBB-2B4198C98BC6}" dt="2026-07-26T10:45:52.405" v="0" actId="26606"/>
          <ac:spMkLst>
            <pc:docMk/>
            <pc:sldMk cId="0" sldId="341"/>
            <ac:spMk id="21" creationId="{00000000-0000-0000-0000-000000000000}"/>
          </ac:spMkLst>
        </pc:spChg>
      </pc:sldChg>
      <pc:sldChg chg="modSp mod">
        <pc:chgData name="Venkateshkumar Singaravelu" userId="79d9a579347d75e3" providerId="LiveId" clId="{33F179D8-C598-449D-8BBB-2B4198C98BC6}" dt="2026-07-26T10:45:52.405" v="0" actId="26606"/>
        <pc:sldMkLst>
          <pc:docMk/>
          <pc:sldMk cId="0" sldId="342"/>
        </pc:sldMkLst>
        <pc:spChg chg="mod">
          <ac:chgData name="Venkateshkumar Singaravelu" userId="79d9a579347d75e3" providerId="LiveId" clId="{33F179D8-C598-449D-8BBB-2B4198C98BC6}" dt="2026-07-26T10:45:52.405" v="0" actId="26606"/>
          <ac:spMkLst>
            <pc:docMk/>
            <pc:sldMk cId="0" sldId="342"/>
            <ac:spMk id="11" creationId="{00000000-0000-0000-0000-000000000000}"/>
          </ac:spMkLst>
        </pc:spChg>
        <pc:spChg chg="mod">
          <ac:chgData name="Venkateshkumar Singaravelu" userId="79d9a579347d75e3" providerId="LiveId" clId="{33F179D8-C598-449D-8BBB-2B4198C98BC6}" dt="2026-07-26T10:45:52.405" v="0" actId="26606"/>
          <ac:spMkLst>
            <pc:docMk/>
            <pc:sldMk cId="0" sldId="342"/>
            <ac:spMk id="13" creationId="{00000000-0000-0000-0000-000000000000}"/>
          </ac:spMkLst>
        </pc:spChg>
        <pc:spChg chg="mod">
          <ac:chgData name="Venkateshkumar Singaravelu" userId="79d9a579347d75e3" providerId="LiveId" clId="{33F179D8-C598-449D-8BBB-2B4198C98BC6}" dt="2026-07-26T10:45:52.405" v="0" actId="26606"/>
          <ac:spMkLst>
            <pc:docMk/>
            <pc:sldMk cId="0" sldId="342"/>
            <ac:spMk id="20" creationId="{00000000-0000-0000-0000-000000000000}"/>
          </ac:spMkLst>
        </pc:spChg>
        <pc:spChg chg="mod">
          <ac:chgData name="Venkateshkumar Singaravelu" userId="79d9a579347d75e3" providerId="LiveId" clId="{33F179D8-C598-449D-8BBB-2B4198C98BC6}" dt="2026-07-26T10:45:52.405" v="0" actId="26606"/>
          <ac:spMkLst>
            <pc:docMk/>
            <pc:sldMk cId="0" sldId="342"/>
            <ac:spMk id="21" creationId="{00000000-0000-0000-0000-000000000000}"/>
          </ac:spMkLst>
        </pc:spChg>
        <pc:spChg chg="mod">
          <ac:chgData name="Venkateshkumar Singaravelu" userId="79d9a579347d75e3" providerId="LiveId" clId="{33F179D8-C598-449D-8BBB-2B4198C98BC6}" dt="2026-07-26T10:45:52.405" v="0" actId="26606"/>
          <ac:spMkLst>
            <pc:docMk/>
            <pc:sldMk cId="0" sldId="342"/>
            <ac:spMk id="22" creationId="{00000000-0000-0000-0000-000000000000}"/>
          </ac:spMkLst>
        </pc:spChg>
      </pc:sldChg>
      <pc:sldChg chg="modSp mod">
        <pc:chgData name="Venkateshkumar Singaravelu" userId="79d9a579347d75e3" providerId="LiveId" clId="{33F179D8-C598-449D-8BBB-2B4198C98BC6}" dt="2026-07-26T10:45:52.405" v="0" actId="26606"/>
        <pc:sldMkLst>
          <pc:docMk/>
          <pc:sldMk cId="0" sldId="343"/>
        </pc:sldMkLst>
        <pc:spChg chg="mod">
          <ac:chgData name="Venkateshkumar Singaravelu" userId="79d9a579347d75e3" providerId="LiveId" clId="{33F179D8-C598-449D-8BBB-2B4198C98BC6}" dt="2026-07-26T10:45:52.405" v="0" actId="26606"/>
          <ac:spMkLst>
            <pc:docMk/>
            <pc:sldMk cId="0" sldId="343"/>
            <ac:spMk id="11" creationId="{00000000-0000-0000-0000-000000000000}"/>
          </ac:spMkLst>
        </pc:spChg>
        <pc:spChg chg="mod">
          <ac:chgData name="Venkateshkumar Singaravelu" userId="79d9a579347d75e3" providerId="LiveId" clId="{33F179D8-C598-449D-8BBB-2B4198C98BC6}" dt="2026-07-26T10:45:52.405" v="0" actId="26606"/>
          <ac:spMkLst>
            <pc:docMk/>
            <pc:sldMk cId="0" sldId="343"/>
            <ac:spMk id="20" creationId="{00000000-0000-0000-0000-000000000000}"/>
          </ac:spMkLst>
        </pc:spChg>
        <pc:spChg chg="mod">
          <ac:chgData name="Venkateshkumar Singaravelu" userId="79d9a579347d75e3" providerId="LiveId" clId="{33F179D8-C598-449D-8BBB-2B4198C98BC6}" dt="2026-07-26T10:45:52.405" v="0" actId="26606"/>
          <ac:spMkLst>
            <pc:docMk/>
            <pc:sldMk cId="0" sldId="343"/>
            <ac:spMk id="21" creationId="{00000000-0000-0000-0000-000000000000}"/>
          </ac:spMkLst>
        </pc:spChg>
      </pc:sldChg>
      <pc:sldChg chg="modSp mod">
        <pc:chgData name="Venkateshkumar Singaravelu" userId="79d9a579347d75e3" providerId="LiveId" clId="{33F179D8-C598-449D-8BBB-2B4198C98BC6}" dt="2026-07-26T10:45:52.405" v="0" actId="26606"/>
        <pc:sldMkLst>
          <pc:docMk/>
          <pc:sldMk cId="0" sldId="344"/>
        </pc:sldMkLst>
        <pc:spChg chg="mod">
          <ac:chgData name="Venkateshkumar Singaravelu" userId="79d9a579347d75e3" providerId="LiveId" clId="{33F179D8-C598-449D-8BBB-2B4198C98BC6}" dt="2026-07-26T10:45:52.405" v="0" actId="26606"/>
          <ac:spMkLst>
            <pc:docMk/>
            <pc:sldMk cId="0" sldId="344"/>
            <ac:spMk id="11" creationId="{00000000-0000-0000-0000-000000000000}"/>
          </ac:spMkLst>
        </pc:spChg>
        <pc:spChg chg="mod">
          <ac:chgData name="Venkateshkumar Singaravelu" userId="79d9a579347d75e3" providerId="LiveId" clId="{33F179D8-C598-449D-8BBB-2B4198C98BC6}" dt="2026-07-26T10:45:52.405" v="0" actId="26606"/>
          <ac:spMkLst>
            <pc:docMk/>
            <pc:sldMk cId="0" sldId="344"/>
            <ac:spMk id="13" creationId="{00000000-0000-0000-0000-000000000000}"/>
          </ac:spMkLst>
        </pc:spChg>
        <pc:spChg chg="mod">
          <ac:chgData name="Venkateshkumar Singaravelu" userId="79d9a579347d75e3" providerId="LiveId" clId="{33F179D8-C598-449D-8BBB-2B4198C98BC6}" dt="2026-07-26T10:45:52.405" v="0" actId="26606"/>
          <ac:spMkLst>
            <pc:docMk/>
            <pc:sldMk cId="0" sldId="344"/>
            <ac:spMk id="20" creationId="{00000000-0000-0000-0000-000000000000}"/>
          </ac:spMkLst>
        </pc:spChg>
        <pc:spChg chg="mod">
          <ac:chgData name="Venkateshkumar Singaravelu" userId="79d9a579347d75e3" providerId="LiveId" clId="{33F179D8-C598-449D-8BBB-2B4198C98BC6}" dt="2026-07-26T10:45:52.405" v="0" actId="26606"/>
          <ac:spMkLst>
            <pc:docMk/>
            <pc:sldMk cId="0" sldId="344"/>
            <ac:spMk id="21" creationId="{00000000-0000-0000-0000-000000000000}"/>
          </ac:spMkLst>
        </pc:spChg>
        <pc:spChg chg="mod">
          <ac:chgData name="Venkateshkumar Singaravelu" userId="79d9a579347d75e3" providerId="LiveId" clId="{33F179D8-C598-449D-8BBB-2B4198C98BC6}" dt="2026-07-26T10:45:52.405" v="0" actId="26606"/>
          <ac:spMkLst>
            <pc:docMk/>
            <pc:sldMk cId="0" sldId="344"/>
            <ac:spMk id="22" creationId="{00000000-0000-0000-0000-000000000000}"/>
          </ac:spMkLst>
        </pc:spChg>
      </pc:sldChg>
      <pc:sldChg chg="modSp mod">
        <pc:chgData name="Venkateshkumar Singaravelu" userId="79d9a579347d75e3" providerId="LiveId" clId="{33F179D8-C598-449D-8BBB-2B4198C98BC6}" dt="2026-07-26T10:45:52.405" v="0" actId="26606"/>
        <pc:sldMkLst>
          <pc:docMk/>
          <pc:sldMk cId="0" sldId="345"/>
        </pc:sldMkLst>
        <pc:spChg chg="mod">
          <ac:chgData name="Venkateshkumar Singaravelu" userId="79d9a579347d75e3" providerId="LiveId" clId="{33F179D8-C598-449D-8BBB-2B4198C98BC6}" dt="2026-07-26T10:45:52.405" v="0" actId="26606"/>
          <ac:spMkLst>
            <pc:docMk/>
            <pc:sldMk cId="0" sldId="345"/>
            <ac:spMk id="11" creationId="{00000000-0000-0000-0000-000000000000}"/>
          </ac:spMkLst>
        </pc:spChg>
        <pc:spChg chg="mod">
          <ac:chgData name="Venkateshkumar Singaravelu" userId="79d9a579347d75e3" providerId="LiveId" clId="{33F179D8-C598-449D-8BBB-2B4198C98BC6}" dt="2026-07-26T10:45:52.405" v="0" actId="26606"/>
          <ac:spMkLst>
            <pc:docMk/>
            <pc:sldMk cId="0" sldId="345"/>
            <ac:spMk id="20" creationId="{00000000-0000-0000-0000-000000000000}"/>
          </ac:spMkLst>
        </pc:spChg>
        <pc:spChg chg="mod">
          <ac:chgData name="Venkateshkumar Singaravelu" userId="79d9a579347d75e3" providerId="LiveId" clId="{33F179D8-C598-449D-8BBB-2B4198C98BC6}" dt="2026-07-26T10:45:52.405" v="0" actId="26606"/>
          <ac:spMkLst>
            <pc:docMk/>
            <pc:sldMk cId="0" sldId="345"/>
            <ac:spMk id="21" creationId="{00000000-0000-0000-0000-000000000000}"/>
          </ac:spMkLst>
        </pc:spChg>
      </pc:sldChg>
      <pc:sldChg chg="modSp mod">
        <pc:chgData name="Venkateshkumar Singaravelu" userId="79d9a579347d75e3" providerId="LiveId" clId="{33F179D8-C598-449D-8BBB-2B4198C98BC6}" dt="2026-07-26T10:45:52.405" v="0" actId="26606"/>
        <pc:sldMkLst>
          <pc:docMk/>
          <pc:sldMk cId="0" sldId="346"/>
        </pc:sldMkLst>
        <pc:spChg chg="mod">
          <ac:chgData name="Venkateshkumar Singaravelu" userId="79d9a579347d75e3" providerId="LiveId" clId="{33F179D8-C598-449D-8BBB-2B4198C98BC6}" dt="2026-07-26T10:45:52.405" v="0" actId="26606"/>
          <ac:spMkLst>
            <pc:docMk/>
            <pc:sldMk cId="0" sldId="346"/>
            <ac:spMk id="11" creationId="{00000000-0000-0000-0000-000000000000}"/>
          </ac:spMkLst>
        </pc:spChg>
        <pc:spChg chg="mod">
          <ac:chgData name="Venkateshkumar Singaravelu" userId="79d9a579347d75e3" providerId="LiveId" clId="{33F179D8-C598-449D-8BBB-2B4198C98BC6}" dt="2026-07-26T10:45:52.405" v="0" actId="26606"/>
          <ac:spMkLst>
            <pc:docMk/>
            <pc:sldMk cId="0" sldId="346"/>
            <ac:spMk id="13" creationId="{00000000-0000-0000-0000-000000000000}"/>
          </ac:spMkLst>
        </pc:spChg>
        <pc:spChg chg="mod">
          <ac:chgData name="Venkateshkumar Singaravelu" userId="79d9a579347d75e3" providerId="LiveId" clId="{33F179D8-C598-449D-8BBB-2B4198C98BC6}" dt="2026-07-26T10:45:52.405" v="0" actId="26606"/>
          <ac:spMkLst>
            <pc:docMk/>
            <pc:sldMk cId="0" sldId="346"/>
            <ac:spMk id="20" creationId="{00000000-0000-0000-0000-000000000000}"/>
          </ac:spMkLst>
        </pc:spChg>
        <pc:spChg chg="mod">
          <ac:chgData name="Venkateshkumar Singaravelu" userId="79d9a579347d75e3" providerId="LiveId" clId="{33F179D8-C598-449D-8BBB-2B4198C98BC6}" dt="2026-07-26T10:45:52.405" v="0" actId="26606"/>
          <ac:spMkLst>
            <pc:docMk/>
            <pc:sldMk cId="0" sldId="346"/>
            <ac:spMk id="21" creationId="{00000000-0000-0000-0000-000000000000}"/>
          </ac:spMkLst>
        </pc:spChg>
        <pc:spChg chg="mod">
          <ac:chgData name="Venkateshkumar Singaravelu" userId="79d9a579347d75e3" providerId="LiveId" clId="{33F179D8-C598-449D-8BBB-2B4198C98BC6}" dt="2026-07-26T10:45:52.405" v="0" actId="26606"/>
          <ac:spMkLst>
            <pc:docMk/>
            <pc:sldMk cId="0" sldId="346"/>
            <ac:spMk id="22" creationId="{00000000-0000-0000-0000-000000000000}"/>
          </ac:spMkLst>
        </pc:spChg>
      </pc:sldChg>
      <pc:sldChg chg="modSp mod">
        <pc:chgData name="Venkateshkumar Singaravelu" userId="79d9a579347d75e3" providerId="LiveId" clId="{33F179D8-C598-449D-8BBB-2B4198C98BC6}" dt="2026-07-26T10:45:52.405" v="0" actId="26606"/>
        <pc:sldMkLst>
          <pc:docMk/>
          <pc:sldMk cId="0" sldId="347"/>
        </pc:sldMkLst>
        <pc:spChg chg="mod">
          <ac:chgData name="Venkateshkumar Singaravelu" userId="79d9a579347d75e3" providerId="LiveId" clId="{33F179D8-C598-449D-8BBB-2B4198C98BC6}" dt="2026-07-26T10:45:52.405" v="0" actId="26606"/>
          <ac:spMkLst>
            <pc:docMk/>
            <pc:sldMk cId="0" sldId="347"/>
            <ac:spMk id="11" creationId="{00000000-0000-0000-0000-000000000000}"/>
          </ac:spMkLst>
        </pc:spChg>
        <pc:spChg chg="mod">
          <ac:chgData name="Venkateshkumar Singaravelu" userId="79d9a579347d75e3" providerId="LiveId" clId="{33F179D8-C598-449D-8BBB-2B4198C98BC6}" dt="2026-07-26T10:45:52.405" v="0" actId="26606"/>
          <ac:spMkLst>
            <pc:docMk/>
            <pc:sldMk cId="0" sldId="347"/>
            <ac:spMk id="20" creationId="{00000000-0000-0000-0000-000000000000}"/>
          </ac:spMkLst>
        </pc:spChg>
        <pc:spChg chg="mod">
          <ac:chgData name="Venkateshkumar Singaravelu" userId="79d9a579347d75e3" providerId="LiveId" clId="{33F179D8-C598-449D-8BBB-2B4198C98BC6}" dt="2026-07-26T10:45:52.405" v="0" actId="26606"/>
          <ac:spMkLst>
            <pc:docMk/>
            <pc:sldMk cId="0" sldId="347"/>
            <ac:spMk id="21" creationId="{00000000-0000-0000-0000-000000000000}"/>
          </ac:spMkLst>
        </pc:spChg>
      </pc:sldChg>
      <pc:sldChg chg="modSp mod">
        <pc:chgData name="Venkateshkumar Singaravelu" userId="79d9a579347d75e3" providerId="LiveId" clId="{33F179D8-C598-449D-8BBB-2B4198C98BC6}" dt="2026-07-26T10:45:52.405" v="0" actId="26606"/>
        <pc:sldMkLst>
          <pc:docMk/>
          <pc:sldMk cId="0" sldId="348"/>
        </pc:sldMkLst>
        <pc:spChg chg="mod">
          <ac:chgData name="Venkateshkumar Singaravelu" userId="79d9a579347d75e3" providerId="LiveId" clId="{33F179D8-C598-449D-8BBB-2B4198C98BC6}" dt="2026-07-26T10:45:52.405" v="0" actId="26606"/>
          <ac:spMkLst>
            <pc:docMk/>
            <pc:sldMk cId="0" sldId="348"/>
            <ac:spMk id="11" creationId="{00000000-0000-0000-0000-000000000000}"/>
          </ac:spMkLst>
        </pc:spChg>
        <pc:spChg chg="mod">
          <ac:chgData name="Venkateshkumar Singaravelu" userId="79d9a579347d75e3" providerId="LiveId" clId="{33F179D8-C598-449D-8BBB-2B4198C98BC6}" dt="2026-07-26T10:45:52.405" v="0" actId="26606"/>
          <ac:spMkLst>
            <pc:docMk/>
            <pc:sldMk cId="0" sldId="348"/>
            <ac:spMk id="13" creationId="{00000000-0000-0000-0000-000000000000}"/>
          </ac:spMkLst>
        </pc:spChg>
        <pc:spChg chg="mod">
          <ac:chgData name="Venkateshkumar Singaravelu" userId="79d9a579347d75e3" providerId="LiveId" clId="{33F179D8-C598-449D-8BBB-2B4198C98BC6}" dt="2026-07-26T10:45:52.405" v="0" actId="26606"/>
          <ac:spMkLst>
            <pc:docMk/>
            <pc:sldMk cId="0" sldId="348"/>
            <ac:spMk id="20" creationId="{00000000-0000-0000-0000-000000000000}"/>
          </ac:spMkLst>
        </pc:spChg>
        <pc:spChg chg="mod">
          <ac:chgData name="Venkateshkumar Singaravelu" userId="79d9a579347d75e3" providerId="LiveId" clId="{33F179D8-C598-449D-8BBB-2B4198C98BC6}" dt="2026-07-26T10:45:52.405" v="0" actId="26606"/>
          <ac:spMkLst>
            <pc:docMk/>
            <pc:sldMk cId="0" sldId="348"/>
            <ac:spMk id="21" creationId="{00000000-0000-0000-0000-000000000000}"/>
          </ac:spMkLst>
        </pc:spChg>
        <pc:spChg chg="mod">
          <ac:chgData name="Venkateshkumar Singaravelu" userId="79d9a579347d75e3" providerId="LiveId" clId="{33F179D8-C598-449D-8BBB-2B4198C98BC6}" dt="2026-07-26T10:45:52.405" v="0" actId="26606"/>
          <ac:spMkLst>
            <pc:docMk/>
            <pc:sldMk cId="0" sldId="348"/>
            <ac:spMk id="22" creationId="{00000000-0000-0000-0000-000000000000}"/>
          </ac:spMkLst>
        </pc:spChg>
      </pc:sldChg>
      <pc:sldChg chg="modSp mod">
        <pc:chgData name="Venkateshkumar Singaravelu" userId="79d9a579347d75e3" providerId="LiveId" clId="{33F179D8-C598-449D-8BBB-2B4198C98BC6}" dt="2026-07-26T10:45:52.405" v="0" actId="26606"/>
        <pc:sldMkLst>
          <pc:docMk/>
          <pc:sldMk cId="0" sldId="349"/>
        </pc:sldMkLst>
        <pc:spChg chg="mod">
          <ac:chgData name="Venkateshkumar Singaravelu" userId="79d9a579347d75e3" providerId="LiveId" clId="{33F179D8-C598-449D-8BBB-2B4198C98BC6}" dt="2026-07-26T10:45:52.405" v="0" actId="26606"/>
          <ac:spMkLst>
            <pc:docMk/>
            <pc:sldMk cId="0" sldId="349"/>
            <ac:spMk id="11" creationId="{00000000-0000-0000-0000-000000000000}"/>
          </ac:spMkLst>
        </pc:spChg>
        <pc:spChg chg="mod">
          <ac:chgData name="Venkateshkumar Singaravelu" userId="79d9a579347d75e3" providerId="LiveId" clId="{33F179D8-C598-449D-8BBB-2B4198C98BC6}" dt="2026-07-26T10:45:52.405" v="0" actId="26606"/>
          <ac:spMkLst>
            <pc:docMk/>
            <pc:sldMk cId="0" sldId="349"/>
            <ac:spMk id="20" creationId="{00000000-0000-0000-0000-000000000000}"/>
          </ac:spMkLst>
        </pc:spChg>
        <pc:spChg chg="mod">
          <ac:chgData name="Venkateshkumar Singaravelu" userId="79d9a579347d75e3" providerId="LiveId" clId="{33F179D8-C598-449D-8BBB-2B4198C98BC6}" dt="2026-07-26T10:45:52.405" v="0" actId="26606"/>
          <ac:spMkLst>
            <pc:docMk/>
            <pc:sldMk cId="0" sldId="349"/>
            <ac:spMk id="21" creationId="{00000000-0000-0000-0000-000000000000}"/>
          </ac:spMkLst>
        </pc:spChg>
      </pc:sldChg>
      <pc:sldChg chg="modSp mod">
        <pc:chgData name="Venkateshkumar Singaravelu" userId="79d9a579347d75e3" providerId="LiveId" clId="{33F179D8-C598-449D-8BBB-2B4198C98BC6}" dt="2026-07-26T10:45:52.405" v="0" actId="26606"/>
        <pc:sldMkLst>
          <pc:docMk/>
          <pc:sldMk cId="0" sldId="350"/>
        </pc:sldMkLst>
        <pc:spChg chg="mod">
          <ac:chgData name="Venkateshkumar Singaravelu" userId="79d9a579347d75e3" providerId="LiveId" clId="{33F179D8-C598-449D-8BBB-2B4198C98BC6}" dt="2026-07-26T10:45:52.405" v="0" actId="26606"/>
          <ac:spMkLst>
            <pc:docMk/>
            <pc:sldMk cId="0" sldId="350"/>
            <ac:spMk id="11" creationId="{00000000-0000-0000-0000-000000000000}"/>
          </ac:spMkLst>
        </pc:spChg>
        <pc:spChg chg="mod">
          <ac:chgData name="Venkateshkumar Singaravelu" userId="79d9a579347d75e3" providerId="LiveId" clId="{33F179D8-C598-449D-8BBB-2B4198C98BC6}" dt="2026-07-26T10:45:52.405" v="0" actId="26606"/>
          <ac:spMkLst>
            <pc:docMk/>
            <pc:sldMk cId="0" sldId="350"/>
            <ac:spMk id="13" creationId="{00000000-0000-0000-0000-000000000000}"/>
          </ac:spMkLst>
        </pc:spChg>
        <pc:spChg chg="mod">
          <ac:chgData name="Venkateshkumar Singaravelu" userId="79d9a579347d75e3" providerId="LiveId" clId="{33F179D8-C598-449D-8BBB-2B4198C98BC6}" dt="2026-07-26T10:45:52.405" v="0" actId="26606"/>
          <ac:spMkLst>
            <pc:docMk/>
            <pc:sldMk cId="0" sldId="350"/>
            <ac:spMk id="20" creationId="{00000000-0000-0000-0000-000000000000}"/>
          </ac:spMkLst>
        </pc:spChg>
        <pc:spChg chg="mod">
          <ac:chgData name="Venkateshkumar Singaravelu" userId="79d9a579347d75e3" providerId="LiveId" clId="{33F179D8-C598-449D-8BBB-2B4198C98BC6}" dt="2026-07-26T10:45:52.405" v="0" actId="26606"/>
          <ac:spMkLst>
            <pc:docMk/>
            <pc:sldMk cId="0" sldId="350"/>
            <ac:spMk id="21" creationId="{00000000-0000-0000-0000-000000000000}"/>
          </ac:spMkLst>
        </pc:spChg>
        <pc:spChg chg="mod">
          <ac:chgData name="Venkateshkumar Singaravelu" userId="79d9a579347d75e3" providerId="LiveId" clId="{33F179D8-C598-449D-8BBB-2B4198C98BC6}" dt="2026-07-26T10:45:52.405" v="0" actId="26606"/>
          <ac:spMkLst>
            <pc:docMk/>
            <pc:sldMk cId="0" sldId="350"/>
            <ac:spMk id="22" creationId="{00000000-0000-0000-0000-000000000000}"/>
          </ac:spMkLst>
        </pc:spChg>
      </pc:sldChg>
      <pc:sldChg chg="modSp mod">
        <pc:chgData name="Venkateshkumar Singaravelu" userId="79d9a579347d75e3" providerId="LiveId" clId="{33F179D8-C598-449D-8BBB-2B4198C98BC6}" dt="2026-07-26T10:45:52.405" v="0" actId="26606"/>
        <pc:sldMkLst>
          <pc:docMk/>
          <pc:sldMk cId="0" sldId="351"/>
        </pc:sldMkLst>
        <pc:spChg chg="mod">
          <ac:chgData name="Venkateshkumar Singaravelu" userId="79d9a579347d75e3" providerId="LiveId" clId="{33F179D8-C598-449D-8BBB-2B4198C98BC6}" dt="2026-07-26T10:45:52.405" v="0" actId="26606"/>
          <ac:spMkLst>
            <pc:docMk/>
            <pc:sldMk cId="0" sldId="351"/>
            <ac:spMk id="11" creationId="{00000000-0000-0000-0000-000000000000}"/>
          </ac:spMkLst>
        </pc:spChg>
        <pc:spChg chg="mod">
          <ac:chgData name="Venkateshkumar Singaravelu" userId="79d9a579347d75e3" providerId="LiveId" clId="{33F179D8-C598-449D-8BBB-2B4198C98BC6}" dt="2026-07-26T10:45:52.405" v="0" actId="26606"/>
          <ac:spMkLst>
            <pc:docMk/>
            <pc:sldMk cId="0" sldId="351"/>
            <ac:spMk id="20" creationId="{00000000-0000-0000-0000-000000000000}"/>
          </ac:spMkLst>
        </pc:spChg>
        <pc:spChg chg="mod">
          <ac:chgData name="Venkateshkumar Singaravelu" userId="79d9a579347d75e3" providerId="LiveId" clId="{33F179D8-C598-449D-8BBB-2B4198C98BC6}" dt="2026-07-26T10:45:52.405" v="0" actId="26606"/>
          <ac:spMkLst>
            <pc:docMk/>
            <pc:sldMk cId="0" sldId="351"/>
            <ac:spMk id="21" creationId="{00000000-0000-0000-0000-000000000000}"/>
          </ac:spMkLst>
        </pc:spChg>
        <pc:spChg chg="mod">
          <ac:chgData name="Venkateshkumar Singaravelu" userId="79d9a579347d75e3" providerId="LiveId" clId="{33F179D8-C598-449D-8BBB-2B4198C98BC6}" dt="2026-07-26T10:45:52.405" v="0" actId="26606"/>
          <ac:spMkLst>
            <pc:docMk/>
            <pc:sldMk cId="0" sldId="351"/>
            <ac:spMk id="22" creationId="{00000000-0000-0000-0000-000000000000}"/>
          </ac:spMkLst>
        </pc:spChg>
      </pc:sldChg>
      <pc:sldChg chg="modSp mod">
        <pc:chgData name="Venkateshkumar Singaravelu" userId="79d9a579347d75e3" providerId="LiveId" clId="{33F179D8-C598-449D-8BBB-2B4198C98BC6}" dt="2026-07-26T10:45:52.405" v="0" actId="26606"/>
        <pc:sldMkLst>
          <pc:docMk/>
          <pc:sldMk cId="0" sldId="352"/>
        </pc:sldMkLst>
        <pc:spChg chg="mod">
          <ac:chgData name="Venkateshkumar Singaravelu" userId="79d9a579347d75e3" providerId="LiveId" clId="{33F179D8-C598-449D-8BBB-2B4198C98BC6}" dt="2026-07-26T10:45:52.405" v="0" actId="26606"/>
          <ac:spMkLst>
            <pc:docMk/>
            <pc:sldMk cId="0" sldId="352"/>
            <ac:spMk id="11" creationId="{00000000-0000-0000-0000-000000000000}"/>
          </ac:spMkLst>
        </pc:spChg>
        <pc:spChg chg="mod">
          <ac:chgData name="Venkateshkumar Singaravelu" userId="79d9a579347d75e3" providerId="LiveId" clId="{33F179D8-C598-449D-8BBB-2B4198C98BC6}" dt="2026-07-26T10:45:52.405" v="0" actId="26606"/>
          <ac:spMkLst>
            <pc:docMk/>
            <pc:sldMk cId="0" sldId="352"/>
            <ac:spMk id="13" creationId="{00000000-0000-0000-0000-000000000000}"/>
          </ac:spMkLst>
        </pc:spChg>
        <pc:spChg chg="mod">
          <ac:chgData name="Venkateshkumar Singaravelu" userId="79d9a579347d75e3" providerId="LiveId" clId="{33F179D8-C598-449D-8BBB-2B4198C98BC6}" dt="2026-07-26T10:45:52.405" v="0" actId="26606"/>
          <ac:spMkLst>
            <pc:docMk/>
            <pc:sldMk cId="0" sldId="352"/>
            <ac:spMk id="20" creationId="{00000000-0000-0000-0000-000000000000}"/>
          </ac:spMkLst>
        </pc:spChg>
        <pc:spChg chg="mod">
          <ac:chgData name="Venkateshkumar Singaravelu" userId="79d9a579347d75e3" providerId="LiveId" clId="{33F179D8-C598-449D-8BBB-2B4198C98BC6}" dt="2026-07-26T10:45:52.405" v="0" actId="26606"/>
          <ac:spMkLst>
            <pc:docMk/>
            <pc:sldMk cId="0" sldId="352"/>
            <ac:spMk id="21" creationId="{00000000-0000-0000-0000-000000000000}"/>
          </ac:spMkLst>
        </pc:spChg>
        <pc:spChg chg="mod">
          <ac:chgData name="Venkateshkumar Singaravelu" userId="79d9a579347d75e3" providerId="LiveId" clId="{33F179D8-C598-449D-8BBB-2B4198C98BC6}" dt="2026-07-26T10:45:52.405" v="0" actId="26606"/>
          <ac:spMkLst>
            <pc:docMk/>
            <pc:sldMk cId="0" sldId="352"/>
            <ac:spMk id="22" creationId="{00000000-0000-0000-0000-000000000000}"/>
          </ac:spMkLst>
        </pc:spChg>
      </pc:sldChg>
      <pc:sldChg chg="modSp mod">
        <pc:chgData name="Venkateshkumar Singaravelu" userId="79d9a579347d75e3" providerId="LiveId" clId="{33F179D8-C598-449D-8BBB-2B4198C98BC6}" dt="2026-07-26T10:45:52.405" v="0" actId="26606"/>
        <pc:sldMkLst>
          <pc:docMk/>
          <pc:sldMk cId="0" sldId="353"/>
        </pc:sldMkLst>
        <pc:spChg chg="mod">
          <ac:chgData name="Venkateshkumar Singaravelu" userId="79d9a579347d75e3" providerId="LiveId" clId="{33F179D8-C598-449D-8BBB-2B4198C98BC6}" dt="2026-07-26T10:45:52.405" v="0" actId="26606"/>
          <ac:spMkLst>
            <pc:docMk/>
            <pc:sldMk cId="0" sldId="353"/>
            <ac:spMk id="11" creationId="{00000000-0000-0000-0000-000000000000}"/>
          </ac:spMkLst>
        </pc:spChg>
        <pc:spChg chg="mod">
          <ac:chgData name="Venkateshkumar Singaravelu" userId="79d9a579347d75e3" providerId="LiveId" clId="{33F179D8-C598-449D-8BBB-2B4198C98BC6}" dt="2026-07-26T10:45:52.405" v="0" actId="26606"/>
          <ac:spMkLst>
            <pc:docMk/>
            <pc:sldMk cId="0" sldId="353"/>
            <ac:spMk id="20" creationId="{00000000-0000-0000-0000-000000000000}"/>
          </ac:spMkLst>
        </pc:spChg>
        <pc:spChg chg="mod">
          <ac:chgData name="Venkateshkumar Singaravelu" userId="79d9a579347d75e3" providerId="LiveId" clId="{33F179D8-C598-449D-8BBB-2B4198C98BC6}" dt="2026-07-26T10:45:52.405" v="0" actId="26606"/>
          <ac:spMkLst>
            <pc:docMk/>
            <pc:sldMk cId="0" sldId="353"/>
            <ac:spMk id="21" creationId="{00000000-0000-0000-0000-000000000000}"/>
          </ac:spMkLst>
        </pc:spChg>
        <pc:spChg chg="mod">
          <ac:chgData name="Venkateshkumar Singaravelu" userId="79d9a579347d75e3" providerId="LiveId" clId="{33F179D8-C598-449D-8BBB-2B4198C98BC6}" dt="2026-07-26T10:45:52.405" v="0" actId="26606"/>
          <ac:spMkLst>
            <pc:docMk/>
            <pc:sldMk cId="0" sldId="353"/>
            <ac:spMk id="22" creationId="{00000000-0000-0000-0000-000000000000}"/>
          </ac:spMkLst>
        </pc:spChg>
      </pc:sldChg>
      <pc:sldChg chg="modSp mod">
        <pc:chgData name="Venkateshkumar Singaravelu" userId="79d9a579347d75e3" providerId="LiveId" clId="{33F179D8-C598-449D-8BBB-2B4198C98BC6}" dt="2026-07-26T10:45:52.405" v="0" actId="26606"/>
        <pc:sldMkLst>
          <pc:docMk/>
          <pc:sldMk cId="0" sldId="354"/>
        </pc:sldMkLst>
        <pc:spChg chg="mod">
          <ac:chgData name="Venkateshkumar Singaravelu" userId="79d9a579347d75e3" providerId="LiveId" clId="{33F179D8-C598-449D-8BBB-2B4198C98BC6}" dt="2026-07-26T10:45:52.405" v="0" actId="26606"/>
          <ac:spMkLst>
            <pc:docMk/>
            <pc:sldMk cId="0" sldId="354"/>
            <ac:spMk id="11" creationId="{00000000-0000-0000-0000-000000000000}"/>
          </ac:spMkLst>
        </pc:spChg>
        <pc:spChg chg="mod">
          <ac:chgData name="Venkateshkumar Singaravelu" userId="79d9a579347d75e3" providerId="LiveId" clId="{33F179D8-C598-449D-8BBB-2B4198C98BC6}" dt="2026-07-26T10:45:52.405" v="0" actId="26606"/>
          <ac:spMkLst>
            <pc:docMk/>
            <pc:sldMk cId="0" sldId="354"/>
            <ac:spMk id="13" creationId="{00000000-0000-0000-0000-000000000000}"/>
          </ac:spMkLst>
        </pc:spChg>
        <pc:spChg chg="mod">
          <ac:chgData name="Venkateshkumar Singaravelu" userId="79d9a579347d75e3" providerId="LiveId" clId="{33F179D8-C598-449D-8BBB-2B4198C98BC6}" dt="2026-07-26T10:45:52.405" v="0" actId="26606"/>
          <ac:spMkLst>
            <pc:docMk/>
            <pc:sldMk cId="0" sldId="354"/>
            <ac:spMk id="20" creationId="{00000000-0000-0000-0000-000000000000}"/>
          </ac:spMkLst>
        </pc:spChg>
        <pc:spChg chg="mod">
          <ac:chgData name="Venkateshkumar Singaravelu" userId="79d9a579347d75e3" providerId="LiveId" clId="{33F179D8-C598-449D-8BBB-2B4198C98BC6}" dt="2026-07-26T10:45:52.405" v="0" actId="26606"/>
          <ac:spMkLst>
            <pc:docMk/>
            <pc:sldMk cId="0" sldId="354"/>
            <ac:spMk id="21" creationId="{00000000-0000-0000-0000-000000000000}"/>
          </ac:spMkLst>
        </pc:spChg>
        <pc:spChg chg="mod">
          <ac:chgData name="Venkateshkumar Singaravelu" userId="79d9a579347d75e3" providerId="LiveId" clId="{33F179D8-C598-449D-8BBB-2B4198C98BC6}" dt="2026-07-26T10:45:52.405" v="0" actId="26606"/>
          <ac:spMkLst>
            <pc:docMk/>
            <pc:sldMk cId="0" sldId="354"/>
            <ac:spMk id="22" creationId="{00000000-0000-0000-0000-000000000000}"/>
          </ac:spMkLst>
        </pc:spChg>
      </pc:sldChg>
      <pc:sldChg chg="modSp mod">
        <pc:chgData name="Venkateshkumar Singaravelu" userId="79d9a579347d75e3" providerId="LiveId" clId="{33F179D8-C598-449D-8BBB-2B4198C98BC6}" dt="2026-07-26T10:45:52.405" v="0" actId="26606"/>
        <pc:sldMkLst>
          <pc:docMk/>
          <pc:sldMk cId="0" sldId="355"/>
        </pc:sldMkLst>
        <pc:spChg chg="mod">
          <ac:chgData name="Venkateshkumar Singaravelu" userId="79d9a579347d75e3" providerId="LiveId" clId="{33F179D8-C598-449D-8BBB-2B4198C98BC6}" dt="2026-07-26T10:45:52.405" v="0" actId="26606"/>
          <ac:spMkLst>
            <pc:docMk/>
            <pc:sldMk cId="0" sldId="355"/>
            <ac:spMk id="11" creationId="{00000000-0000-0000-0000-000000000000}"/>
          </ac:spMkLst>
        </pc:spChg>
        <pc:spChg chg="mod">
          <ac:chgData name="Venkateshkumar Singaravelu" userId="79d9a579347d75e3" providerId="LiveId" clId="{33F179D8-C598-449D-8BBB-2B4198C98BC6}" dt="2026-07-26T10:45:52.405" v="0" actId="26606"/>
          <ac:spMkLst>
            <pc:docMk/>
            <pc:sldMk cId="0" sldId="355"/>
            <ac:spMk id="20" creationId="{00000000-0000-0000-0000-000000000000}"/>
          </ac:spMkLst>
        </pc:spChg>
        <pc:spChg chg="mod">
          <ac:chgData name="Venkateshkumar Singaravelu" userId="79d9a579347d75e3" providerId="LiveId" clId="{33F179D8-C598-449D-8BBB-2B4198C98BC6}" dt="2026-07-26T10:45:52.405" v="0" actId="26606"/>
          <ac:spMkLst>
            <pc:docMk/>
            <pc:sldMk cId="0" sldId="355"/>
            <ac:spMk id="21" creationId="{00000000-0000-0000-0000-000000000000}"/>
          </ac:spMkLst>
        </pc:spChg>
        <pc:spChg chg="mod">
          <ac:chgData name="Venkateshkumar Singaravelu" userId="79d9a579347d75e3" providerId="LiveId" clId="{33F179D8-C598-449D-8BBB-2B4198C98BC6}" dt="2026-07-26T10:45:52.405" v="0" actId="26606"/>
          <ac:spMkLst>
            <pc:docMk/>
            <pc:sldMk cId="0" sldId="355"/>
            <ac:spMk id="22" creationId="{00000000-0000-0000-0000-000000000000}"/>
          </ac:spMkLst>
        </pc:spChg>
      </pc:sldChg>
      <pc:sldChg chg="modSp mod">
        <pc:chgData name="Venkateshkumar Singaravelu" userId="79d9a579347d75e3" providerId="LiveId" clId="{33F179D8-C598-449D-8BBB-2B4198C98BC6}" dt="2026-07-26T10:45:52.405" v="0" actId="26606"/>
        <pc:sldMkLst>
          <pc:docMk/>
          <pc:sldMk cId="0" sldId="356"/>
        </pc:sldMkLst>
        <pc:spChg chg="mod">
          <ac:chgData name="Venkateshkumar Singaravelu" userId="79d9a579347d75e3" providerId="LiveId" clId="{33F179D8-C598-449D-8BBB-2B4198C98BC6}" dt="2026-07-26T10:45:52.405" v="0" actId="26606"/>
          <ac:spMkLst>
            <pc:docMk/>
            <pc:sldMk cId="0" sldId="356"/>
            <ac:spMk id="11" creationId="{00000000-0000-0000-0000-000000000000}"/>
          </ac:spMkLst>
        </pc:spChg>
        <pc:spChg chg="mod">
          <ac:chgData name="Venkateshkumar Singaravelu" userId="79d9a579347d75e3" providerId="LiveId" clId="{33F179D8-C598-449D-8BBB-2B4198C98BC6}" dt="2026-07-26T10:45:52.405" v="0" actId="26606"/>
          <ac:spMkLst>
            <pc:docMk/>
            <pc:sldMk cId="0" sldId="356"/>
            <ac:spMk id="13" creationId="{00000000-0000-0000-0000-000000000000}"/>
          </ac:spMkLst>
        </pc:spChg>
        <pc:spChg chg="mod">
          <ac:chgData name="Venkateshkumar Singaravelu" userId="79d9a579347d75e3" providerId="LiveId" clId="{33F179D8-C598-449D-8BBB-2B4198C98BC6}" dt="2026-07-26T10:45:52.405" v="0" actId="26606"/>
          <ac:spMkLst>
            <pc:docMk/>
            <pc:sldMk cId="0" sldId="356"/>
            <ac:spMk id="20" creationId="{00000000-0000-0000-0000-000000000000}"/>
          </ac:spMkLst>
        </pc:spChg>
        <pc:spChg chg="mod">
          <ac:chgData name="Venkateshkumar Singaravelu" userId="79d9a579347d75e3" providerId="LiveId" clId="{33F179D8-C598-449D-8BBB-2B4198C98BC6}" dt="2026-07-26T10:45:52.405" v="0" actId="26606"/>
          <ac:spMkLst>
            <pc:docMk/>
            <pc:sldMk cId="0" sldId="356"/>
            <ac:spMk id="21" creationId="{00000000-0000-0000-0000-000000000000}"/>
          </ac:spMkLst>
        </pc:spChg>
        <pc:spChg chg="mod">
          <ac:chgData name="Venkateshkumar Singaravelu" userId="79d9a579347d75e3" providerId="LiveId" clId="{33F179D8-C598-449D-8BBB-2B4198C98BC6}" dt="2026-07-26T10:45:52.405" v="0" actId="26606"/>
          <ac:spMkLst>
            <pc:docMk/>
            <pc:sldMk cId="0" sldId="356"/>
            <ac:spMk id="22" creationId="{00000000-0000-0000-0000-000000000000}"/>
          </ac:spMkLst>
        </pc:spChg>
      </pc:sldChg>
      <pc:sldChg chg="modSp mod">
        <pc:chgData name="Venkateshkumar Singaravelu" userId="79d9a579347d75e3" providerId="LiveId" clId="{33F179D8-C598-449D-8BBB-2B4198C98BC6}" dt="2026-07-26T10:45:52.405" v="0" actId="26606"/>
        <pc:sldMkLst>
          <pc:docMk/>
          <pc:sldMk cId="0" sldId="357"/>
        </pc:sldMkLst>
        <pc:spChg chg="mod">
          <ac:chgData name="Venkateshkumar Singaravelu" userId="79d9a579347d75e3" providerId="LiveId" clId="{33F179D8-C598-449D-8BBB-2B4198C98BC6}" dt="2026-07-26T10:45:52.405" v="0" actId="26606"/>
          <ac:spMkLst>
            <pc:docMk/>
            <pc:sldMk cId="0" sldId="357"/>
            <ac:spMk id="11" creationId="{00000000-0000-0000-0000-000000000000}"/>
          </ac:spMkLst>
        </pc:spChg>
        <pc:spChg chg="mod">
          <ac:chgData name="Venkateshkumar Singaravelu" userId="79d9a579347d75e3" providerId="LiveId" clId="{33F179D8-C598-449D-8BBB-2B4198C98BC6}" dt="2026-07-26T10:45:52.405" v="0" actId="26606"/>
          <ac:spMkLst>
            <pc:docMk/>
            <pc:sldMk cId="0" sldId="357"/>
            <ac:spMk id="20" creationId="{00000000-0000-0000-0000-000000000000}"/>
          </ac:spMkLst>
        </pc:spChg>
        <pc:spChg chg="mod">
          <ac:chgData name="Venkateshkumar Singaravelu" userId="79d9a579347d75e3" providerId="LiveId" clId="{33F179D8-C598-449D-8BBB-2B4198C98BC6}" dt="2026-07-26T10:45:52.405" v="0" actId="26606"/>
          <ac:spMkLst>
            <pc:docMk/>
            <pc:sldMk cId="0" sldId="357"/>
            <ac:spMk id="21" creationId="{00000000-0000-0000-0000-000000000000}"/>
          </ac:spMkLst>
        </pc:spChg>
        <pc:spChg chg="mod">
          <ac:chgData name="Venkateshkumar Singaravelu" userId="79d9a579347d75e3" providerId="LiveId" clId="{33F179D8-C598-449D-8BBB-2B4198C98BC6}" dt="2026-07-26T10:45:52.405" v="0" actId="26606"/>
          <ac:spMkLst>
            <pc:docMk/>
            <pc:sldMk cId="0" sldId="357"/>
            <ac:spMk id="22" creationId="{00000000-0000-0000-0000-000000000000}"/>
          </ac:spMkLst>
        </pc:spChg>
      </pc:sldChg>
      <pc:sldChg chg="modSp mod">
        <pc:chgData name="Venkateshkumar Singaravelu" userId="79d9a579347d75e3" providerId="LiveId" clId="{33F179D8-C598-449D-8BBB-2B4198C98BC6}" dt="2026-07-26T10:45:52.405" v="0" actId="26606"/>
        <pc:sldMkLst>
          <pc:docMk/>
          <pc:sldMk cId="0" sldId="358"/>
        </pc:sldMkLst>
        <pc:spChg chg="mod">
          <ac:chgData name="Venkateshkumar Singaravelu" userId="79d9a579347d75e3" providerId="LiveId" clId="{33F179D8-C598-449D-8BBB-2B4198C98BC6}" dt="2026-07-26T10:45:52.405" v="0" actId="26606"/>
          <ac:spMkLst>
            <pc:docMk/>
            <pc:sldMk cId="0" sldId="358"/>
            <ac:spMk id="11" creationId="{00000000-0000-0000-0000-000000000000}"/>
          </ac:spMkLst>
        </pc:spChg>
        <pc:spChg chg="mod">
          <ac:chgData name="Venkateshkumar Singaravelu" userId="79d9a579347d75e3" providerId="LiveId" clId="{33F179D8-C598-449D-8BBB-2B4198C98BC6}" dt="2026-07-26T10:45:52.405" v="0" actId="26606"/>
          <ac:spMkLst>
            <pc:docMk/>
            <pc:sldMk cId="0" sldId="358"/>
            <ac:spMk id="13" creationId="{00000000-0000-0000-0000-000000000000}"/>
          </ac:spMkLst>
        </pc:spChg>
        <pc:spChg chg="mod">
          <ac:chgData name="Venkateshkumar Singaravelu" userId="79d9a579347d75e3" providerId="LiveId" clId="{33F179D8-C598-449D-8BBB-2B4198C98BC6}" dt="2026-07-26T10:45:52.405" v="0" actId="26606"/>
          <ac:spMkLst>
            <pc:docMk/>
            <pc:sldMk cId="0" sldId="358"/>
            <ac:spMk id="20" creationId="{00000000-0000-0000-0000-000000000000}"/>
          </ac:spMkLst>
        </pc:spChg>
        <pc:spChg chg="mod">
          <ac:chgData name="Venkateshkumar Singaravelu" userId="79d9a579347d75e3" providerId="LiveId" clId="{33F179D8-C598-449D-8BBB-2B4198C98BC6}" dt="2026-07-26T10:45:52.405" v="0" actId="26606"/>
          <ac:spMkLst>
            <pc:docMk/>
            <pc:sldMk cId="0" sldId="358"/>
            <ac:spMk id="21" creationId="{00000000-0000-0000-0000-000000000000}"/>
          </ac:spMkLst>
        </pc:spChg>
        <pc:spChg chg="mod">
          <ac:chgData name="Venkateshkumar Singaravelu" userId="79d9a579347d75e3" providerId="LiveId" clId="{33F179D8-C598-449D-8BBB-2B4198C98BC6}" dt="2026-07-26T10:45:52.405" v="0" actId="26606"/>
          <ac:spMkLst>
            <pc:docMk/>
            <pc:sldMk cId="0" sldId="358"/>
            <ac:spMk id="22" creationId="{00000000-0000-0000-0000-000000000000}"/>
          </ac:spMkLst>
        </pc:spChg>
      </pc:sldChg>
      <pc:sldChg chg="modSp mod">
        <pc:chgData name="Venkateshkumar Singaravelu" userId="79d9a579347d75e3" providerId="LiveId" clId="{33F179D8-C598-449D-8BBB-2B4198C98BC6}" dt="2026-07-26T10:45:52.405" v="0" actId="26606"/>
        <pc:sldMkLst>
          <pc:docMk/>
          <pc:sldMk cId="0" sldId="359"/>
        </pc:sldMkLst>
        <pc:spChg chg="mod">
          <ac:chgData name="Venkateshkumar Singaravelu" userId="79d9a579347d75e3" providerId="LiveId" clId="{33F179D8-C598-449D-8BBB-2B4198C98BC6}" dt="2026-07-26T10:45:52.405" v="0" actId="26606"/>
          <ac:spMkLst>
            <pc:docMk/>
            <pc:sldMk cId="0" sldId="359"/>
            <ac:spMk id="11" creationId="{00000000-0000-0000-0000-000000000000}"/>
          </ac:spMkLst>
        </pc:spChg>
        <pc:spChg chg="mod">
          <ac:chgData name="Venkateshkumar Singaravelu" userId="79d9a579347d75e3" providerId="LiveId" clId="{33F179D8-C598-449D-8BBB-2B4198C98BC6}" dt="2026-07-26T10:45:52.405" v="0" actId="26606"/>
          <ac:spMkLst>
            <pc:docMk/>
            <pc:sldMk cId="0" sldId="359"/>
            <ac:spMk id="20" creationId="{00000000-0000-0000-0000-000000000000}"/>
          </ac:spMkLst>
        </pc:spChg>
        <pc:spChg chg="mod">
          <ac:chgData name="Venkateshkumar Singaravelu" userId="79d9a579347d75e3" providerId="LiveId" clId="{33F179D8-C598-449D-8BBB-2B4198C98BC6}" dt="2026-07-26T10:45:52.405" v="0" actId="26606"/>
          <ac:spMkLst>
            <pc:docMk/>
            <pc:sldMk cId="0" sldId="359"/>
            <ac:spMk id="21" creationId="{00000000-0000-0000-0000-000000000000}"/>
          </ac:spMkLst>
        </pc:spChg>
        <pc:spChg chg="mod">
          <ac:chgData name="Venkateshkumar Singaravelu" userId="79d9a579347d75e3" providerId="LiveId" clId="{33F179D8-C598-449D-8BBB-2B4198C98BC6}" dt="2026-07-26T10:45:52.405" v="0" actId="26606"/>
          <ac:spMkLst>
            <pc:docMk/>
            <pc:sldMk cId="0" sldId="359"/>
            <ac:spMk id="22" creationId="{00000000-0000-0000-0000-000000000000}"/>
          </ac:spMkLst>
        </pc:spChg>
      </pc:sldChg>
      <pc:sldChg chg="modSp mod">
        <pc:chgData name="Venkateshkumar Singaravelu" userId="79d9a579347d75e3" providerId="LiveId" clId="{33F179D8-C598-449D-8BBB-2B4198C98BC6}" dt="2026-07-26T10:45:52.405" v="0" actId="26606"/>
        <pc:sldMkLst>
          <pc:docMk/>
          <pc:sldMk cId="0" sldId="360"/>
        </pc:sldMkLst>
        <pc:spChg chg="mod">
          <ac:chgData name="Venkateshkumar Singaravelu" userId="79d9a579347d75e3" providerId="LiveId" clId="{33F179D8-C598-449D-8BBB-2B4198C98BC6}" dt="2026-07-26T10:45:52.405" v="0" actId="26606"/>
          <ac:spMkLst>
            <pc:docMk/>
            <pc:sldMk cId="0" sldId="360"/>
            <ac:spMk id="11" creationId="{00000000-0000-0000-0000-000000000000}"/>
          </ac:spMkLst>
        </pc:spChg>
        <pc:spChg chg="mod">
          <ac:chgData name="Venkateshkumar Singaravelu" userId="79d9a579347d75e3" providerId="LiveId" clId="{33F179D8-C598-449D-8BBB-2B4198C98BC6}" dt="2026-07-26T10:45:52.405" v="0" actId="26606"/>
          <ac:spMkLst>
            <pc:docMk/>
            <pc:sldMk cId="0" sldId="360"/>
            <ac:spMk id="13" creationId="{00000000-0000-0000-0000-000000000000}"/>
          </ac:spMkLst>
        </pc:spChg>
        <pc:spChg chg="mod">
          <ac:chgData name="Venkateshkumar Singaravelu" userId="79d9a579347d75e3" providerId="LiveId" clId="{33F179D8-C598-449D-8BBB-2B4198C98BC6}" dt="2026-07-26T10:45:52.405" v="0" actId="26606"/>
          <ac:spMkLst>
            <pc:docMk/>
            <pc:sldMk cId="0" sldId="360"/>
            <ac:spMk id="20" creationId="{00000000-0000-0000-0000-000000000000}"/>
          </ac:spMkLst>
        </pc:spChg>
        <pc:spChg chg="mod">
          <ac:chgData name="Venkateshkumar Singaravelu" userId="79d9a579347d75e3" providerId="LiveId" clId="{33F179D8-C598-449D-8BBB-2B4198C98BC6}" dt="2026-07-26T10:45:52.405" v="0" actId="26606"/>
          <ac:spMkLst>
            <pc:docMk/>
            <pc:sldMk cId="0" sldId="360"/>
            <ac:spMk id="21" creationId="{00000000-0000-0000-0000-000000000000}"/>
          </ac:spMkLst>
        </pc:spChg>
        <pc:spChg chg="mod">
          <ac:chgData name="Venkateshkumar Singaravelu" userId="79d9a579347d75e3" providerId="LiveId" clId="{33F179D8-C598-449D-8BBB-2B4198C98BC6}" dt="2026-07-26T10:45:52.405" v="0" actId="26606"/>
          <ac:spMkLst>
            <pc:docMk/>
            <pc:sldMk cId="0" sldId="360"/>
            <ac:spMk id="22" creationId="{00000000-0000-0000-0000-000000000000}"/>
          </ac:spMkLst>
        </pc:spChg>
      </pc:sldChg>
      <pc:sldChg chg="modSp mod">
        <pc:chgData name="Venkateshkumar Singaravelu" userId="79d9a579347d75e3" providerId="LiveId" clId="{33F179D8-C598-449D-8BBB-2B4198C98BC6}" dt="2026-07-26T10:45:52.405" v="0" actId="26606"/>
        <pc:sldMkLst>
          <pc:docMk/>
          <pc:sldMk cId="0" sldId="361"/>
        </pc:sldMkLst>
        <pc:spChg chg="mod">
          <ac:chgData name="Venkateshkumar Singaravelu" userId="79d9a579347d75e3" providerId="LiveId" clId="{33F179D8-C598-449D-8BBB-2B4198C98BC6}" dt="2026-07-26T10:45:52.405" v="0" actId="26606"/>
          <ac:spMkLst>
            <pc:docMk/>
            <pc:sldMk cId="0" sldId="361"/>
            <ac:spMk id="11" creationId="{00000000-0000-0000-0000-000000000000}"/>
          </ac:spMkLst>
        </pc:spChg>
        <pc:spChg chg="mod">
          <ac:chgData name="Venkateshkumar Singaravelu" userId="79d9a579347d75e3" providerId="LiveId" clId="{33F179D8-C598-449D-8BBB-2B4198C98BC6}" dt="2026-07-26T10:45:52.405" v="0" actId="26606"/>
          <ac:spMkLst>
            <pc:docMk/>
            <pc:sldMk cId="0" sldId="361"/>
            <ac:spMk id="20" creationId="{00000000-0000-0000-0000-000000000000}"/>
          </ac:spMkLst>
        </pc:spChg>
        <pc:spChg chg="mod">
          <ac:chgData name="Venkateshkumar Singaravelu" userId="79d9a579347d75e3" providerId="LiveId" clId="{33F179D8-C598-449D-8BBB-2B4198C98BC6}" dt="2026-07-26T10:45:52.405" v="0" actId="26606"/>
          <ac:spMkLst>
            <pc:docMk/>
            <pc:sldMk cId="0" sldId="361"/>
            <ac:spMk id="21" creationId="{00000000-0000-0000-0000-000000000000}"/>
          </ac:spMkLst>
        </pc:spChg>
        <pc:spChg chg="mod">
          <ac:chgData name="Venkateshkumar Singaravelu" userId="79d9a579347d75e3" providerId="LiveId" clId="{33F179D8-C598-449D-8BBB-2B4198C98BC6}" dt="2026-07-26T10:45:52.405" v="0" actId="26606"/>
          <ac:spMkLst>
            <pc:docMk/>
            <pc:sldMk cId="0" sldId="361"/>
            <ac:spMk id="22" creationId="{00000000-0000-0000-0000-000000000000}"/>
          </ac:spMkLst>
        </pc:spChg>
      </pc:sldChg>
      <pc:sldChg chg="modSp mod">
        <pc:chgData name="Venkateshkumar Singaravelu" userId="79d9a579347d75e3" providerId="LiveId" clId="{33F179D8-C598-449D-8BBB-2B4198C98BC6}" dt="2026-07-26T10:45:52.405" v="0" actId="26606"/>
        <pc:sldMkLst>
          <pc:docMk/>
          <pc:sldMk cId="0" sldId="362"/>
        </pc:sldMkLst>
        <pc:spChg chg="mod">
          <ac:chgData name="Venkateshkumar Singaravelu" userId="79d9a579347d75e3" providerId="LiveId" clId="{33F179D8-C598-449D-8BBB-2B4198C98BC6}" dt="2026-07-26T10:45:52.405" v="0" actId="26606"/>
          <ac:spMkLst>
            <pc:docMk/>
            <pc:sldMk cId="0" sldId="362"/>
            <ac:spMk id="11" creationId="{00000000-0000-0000-0000-000000000000}"/>
          </ac:spMkLst>
        </pc:spChg>
        <pc:spChg chg="mod">
          <ac:chgData name="Venkateshkumar Singaravelu" userId="79d9a579347d75e3" providerId="LiveId" clId="{33F179D8-C598-449D-8BBB-2B4198C98BC6}" dt="2026-07-26T10:45:52.405" v="0" actId="26606"/>
          <ac:spMkLst>
            <pc:docMk/>
            <pc:sldMk cId="0" sldId="362"/>
            <ac:spMk id="13" creationId="{00000000-0000-0000-0000-000000000000}"/>
          </ac:spMkLst>
        </pc:spChg>
        <pc:spChg chg="mod">
          <ac:chgData name="Venkateshkumar Singaravelu" userId="79d9a579347d75e3" providerId="LiveId" clId="{33F179D8-C598-449D-8BBB-2B4198C98BC6}" dt="2026-07-26T10:45:52.405" v="0" actId="26606"/>
          <ac:spMkLst>
            <pc:docMk/>
            <pc:sldMk cId="0" sldId="362"/>
            <ac:spMk id="20" creationId="{00000000-0000-0000-0000-000000000000}"/>
          </ac:spMkLst>
        </pc:spChg>
        <pc:spChg chg="mod">
          <ac:chgData name="Venkateshkumar Singaravelu" userId="79d9a579347d75e3" providerId="LiveId" clId="{33F179D8-C598-449D-8BBB-2B4198C98BC6}" dt="2026-07-26T10:45:52.405" v="0" actId="26606"/>
          <ac:spMkLst>
            <pc:docMk/>
            <pc:sldMk cId="0" sldId="362"/>
            <ac:spMk id="21" creationId="{00000000-0000-0000-0000-000000000000}"/>
          </ac:spMkLst>
        </pc:spChg>
        <pc:spChg chg="mod">
          <ac:chgData name="Venkateshkumar Singaravelu" userId="79d9a579347d75e3" providerId="LiveId" clId="{33F179D8-C598-449D-8BBB-2B4198C98BC6}" dt="2026-07-26T10:45:52.405" v="0" actId="26606"/>
          <ac:spMkLst>
            <pc:docMk/>
            <pc:sldMk cId="0" sldId="362"/>
            <ac:spMk id="22" creationId="{00000000-0000-0000-0000-000000000000}"/>
          </ac:spMkLst>
        </pc:spChg>
      </pc:sldChg>
      <pc:sldChg chg="modSp mod">
        <pc:chgData name="Venkateshkumar Singaravelu" userId="79d9a579347d75e3" providerId="LiveId" clId="{33F179D8-C598-449D-8BBB-2B4198C98BC6}" dt="2026-07-26T10:45:52.405" v="0" actId="26606"/>
        <pc:sldMkLst>
          <pc:docMk/>
          <pc:sldMk cId="0" sldId="363"/>
        </pc:sldMkLst>
        <pc:spChg chg="mod">
          <ac:chgData name="Venkateshkumar Singaravelu" userId="79d9a579347d75e3" providerId="LiveId" clId="{33F179D8-C598-449D-8BBB-2B4198C98BC6}" dt="2026-07-26T10:45:52.405" v="0" actId="26606"/>
          <ac:spMkLst>
            <pc:docMk/>
            <pc:sldMk cId="0" sldId="363"/>
            <ac:spMk id="11" creationId="{00000000-0000-0000-0000-000000000000}"/>
          </ac:spMkLst>
        </pc:spChg>
        <pc:spChg chg="mod">
          <ac:chgData name="Venkateshkumar Singaravelu" userId="79d9a579347d75e3" providerId="LiveId" clId="{33F179D8-C598-449D-8BBB-2B4198C98BC6}" dt="2026-07-26T10:45:52.405" v="0" actId="26606"/>
          <ac:spMkLst>
            <pc:docMk/>
            <pc:sldMk cId="0" sldId="363"/>
            <ac:spMk id="20" creationId="{00000000-0000-0000-0000-000000000000}"/>
          </ac:spMkLst>
        </pc:spChg>
        <pc:spChg chg="mod">
          <ac:chgData name="Venkateshkumar Singaravelu" userId="79d9a579347d75e3" providerId="LiveId" clId="{33F179D8-C598-449D-8BBB-2B4198C98BC6}" dt="2026-07-26T10:45:52.405" v="0" actId="26606"/>
          <ac:spMkLst>
            <pc:docMk/>
            <pc:sldMk cId="0" sldId="363"/>
            <ac:spMk id="21" creationId="{00000000-0000-0000-0000-000000000000}"/>
          </ac:spMkLst>
        </pc:spChg>
        <pc:spChg chg="mod">
          <ac:chgData name="Venkateshkumar Singaravelu" userId="79d9a579347d75e3" providerId="LiveId" clId="{33F179D8-C598-449D-8BBB-2B4198C98BC6}" dt="2026-07-26T10:45:52.405" v="0" actId="26606"/>
          <ac:spMkLst>
            <pc:docMk/>
            <pc:sldMk cId="0" sldId="363"/>
            <ac:spMk id="22" creationId="{00000000-0000-0000-0000-000000000000}"/>
          </ac:spMkLst>
        </pc:spChg>
      </pc:sldChg>
      <pc:sldChg chg="modSp mod">
        <pc:chgData name="Venkateshkumar Singaravelu" userId="79d9a579347d75e3" providerId="LiveId" clId="{33F179D8-C598-449D-8BBB-2B4198C98BC6}" dt="2026-07-26T10:45:52.405" v="0" actId="26606"/>
        <pc:sldMkLst>
          <pc:docMk/>
          <pc:sldMk cId="0" sldId="364"/>
        </pc:sldMkLst>
        <pc:spChg chg="mod">
          <ac:chgData name="Venkateshkumar Singaravelu" userId="79d9a579347d75e3" providerId="LiveId" clId="{33F179D8-C598-449D-8BBB-2B4198C98BC6}" dt="2026-07-26T10:45:52.405" v="0" actId="26606"/>
          <ac:spMkLst>
            <pc:docMk/>
            <pc:sldMk cId="0" sldId="364"/>
            <ac:spMk id="11" creationId="{00000000-0000-0000-0000-000000000000}"/>
          </ac:spMkLst>
        </pc:spChg>
        <pc:spChg chg="mod">
          <ac:chgData name="Venkateshkumar Singaravelu" userId="79d9a579347d75e3" providerId="LiveId" clId="{33F179D8-C598-449D-8BBB-2B4198C98BC6}" dt="2026-07-26T10:45:52.405" v="0" actId="26606"/>
          <ac:spMkLst>
            <pc:docMk/>
            <pc:sldMk cId="0" sldId="364"/>
            <ac:spMk id="13" creationId="{00000000-0000-0000-0000-000000000000}"/>
          </ac:spMkLst>
        </pc:spChg>
        <pc:spChg chg="mod">
          <ac:chgData name="Venkateshkumar Singaravelu" userId="79d9a579347d75e3" providerId="LiveId" clId="{33F179D8-C598-449D-8BBB-2B4198C98BC6}" dt="2026-07-26T10:45:52.405" v="0" actId="26606"/>
          <ac:spMkLst>
            <pc:docMk/>
            <pc:sldMk cId="0" sldId="364"/>
            <ac:spMk id="20" creationId="{00000000-0000-0000-0000-000000000000}"/>
          </ac:spMkLst>
        </pc:spChg>
        <pc:spChg chg="mod">
          <ac:chgData name="Venkateshkumar Singaravelu" userId="79d9a579347d75e3" providerId="LiveId" clId="{33F179D8-C598-449D-8BBB-2B4198C98BC6}" dt="2026-07-26T10:45:52.405" v="0" actId="26606"/>
          <ac:spMkLst>
            <pc:docMk/>
            <pc:sldMk cId="0" sldId="364"/>
            <ac:spMk id="21" creationId="{00000000-0000-0000-0000-000000000000}"/>
          </ac:spMkLst>
        </pc:spChg>
        <pc:spChg chg="mod">
          <ac:chgData name="Venkateshkumar Singaravelu" userId="79d9a579347d75e3" providerId="LiveId" clId="{33F179D8-C598-449D-8BBB-2B4198C98BC6}" dt="2026-07-26T10:45:52.405" v="0" actId="26606"/>
          <ac:spMkLst>
            <pc:docMk/>
            <pc:sldMk cId="0" sldId="364"/>
            <ac:spMk id="22" creationId="{00000000-0000-0000-0000-000000000000}"/>
          </ac:spMkLst>
        </pc:spChg>
      </pc:sldChg>
      <pc:sldChg chg="modSp mod">
        <pc:chgData name="Venkateshkumar Singaravelu" userId="79d9a579347d75e3" providerId="LiveId" clId="{33F179D8-C598-449D-8BBB-2B4198C98BC6}" dt="2026-07-26T10:45:52.405" v="0" actId="26606"/>
        <pc:sldMkLst>
          <pc:docMk/>
          <pc:sldMk cId="0" sldId="365"/>
        </pc:sldMkLst>
        <pc:spChg chg="mod">
          <ac:chgData name="Venkateshkumar Singaravelu" userId="79d9a579347d75e3" providerId="LiveId" clId="{33F179D8-C598-449D-8BBB-2B4198C98BC6}" dt="2026-07-26T10:45:52.405" v="0" actId="26606"/>
          <ac:spMkLst>
            <pc:docMk/>
            <pc:sldMk cId="0" sldId="365"/>
            <ac:spMk id="11" creationId="{00000000-0000-0000-0000-000000000000}"/>
          </ac:spMkLst>
        </pc:spChg>
        <pc:spChg chg="mod">
          <ac:chgData name="Venkateshkumar Singaravelu" userId="79d9a579347d75e3" providerId="LiveId" clId="{33F179D8-C598-449D-8BBB-2B4198C98BC6}" dt="2026-07-26T10:45:52.405" v="0" actId="26606"/>
          <ac:spMkLst>
            <pc:docMk/>
            <pc:sldMk cId="0" sldId="365"/>
            <ac:spMk id="20" creationId="{00000000-0000-0000-0000-000000000000}"/>
          </ac:spMkLst>
        </pc:spChg>
        <pc:spChg chg="mod">
          <ac:chgData name="Venkateshkumar Singaravelu" userId="79d9a579347d75e3" providerId="LiveId" clId="{33F179D8-C598-449D-8BBB-2B4198C98BC6}" dt="2026-07-26T10:45:52.405" v="0" actId="26606"/>
          <ac:spMkLst>
            <pc:docMk/>
            <pc:sldMk cId="0" sldId="365"/>
            <ac:spMk id="21" creationId="{00000000-0000-0000-0000-000000000000}"/>
          </ac:spMkLst>
        </pc:spChg>
        <pc:spChg chg="mod">
          <ac:chgData name="Venkateshkumar Singaravelu" userId="79d9a579347d75e3" providerId="LiveId" clId="{33F179D8-C598-449D-8BBB-2B4198C98BC6}" dt="2026-07-26T10:45:52.405" v="0" actId="26606"/>
          <ac:spMkLst>
            <pc:docMk/>
            <pc:sldMk cId="0" sldId="365"/>
            <ac:spMk id="22" creationId="{00000000-0000-0000-0000-000000000000}"/>
          </ac:spMkLst>
        </pc:spChg>
      </pc:sldChg>
      <pc:sldChg chg="modSp mod">
        <pc:chgData name="Venkateshkumar Singaravelu" userId="79d9a579347d75e3" providerId="LiveId" clId="{33F179D8-C598-449D-8BBB-2B4198C98BC6}" dt="2026-07-26T10:45:52.405" v="0" actId="26606"/>
        <pc:sldMkLst>
          <pc:docMk/>
          <pc:sldMk cId="0" sldId="366"/>
        </pc:sldMkLst>
        <pc:spChg chg="mod">
          <ac:chgData name="Venkateshkumar Singaravelu" userId="79d9a579347d75e3" providerId="LiveId" clId="{33F179D8-C598-449D-8BBB-2B4198C98BC6}" dt="2026-07-26T10:45:52.405" v="0" actId="26606"/>
          <ac:spMkLst>
            <pc:docMk/>
            <pc:sldMk cId="0" sldId="366"/>
            <ac:spMk id="11" creationId="{00000000-0000-0000-0000-000000000000}"/>
          </ac:spMkLst>
        </pc:spChg>
        <pc:spChg chg="mod">
          <ac:chgData name="Venkateshkumar Singaravelu" userId="79d9a579347d75e3" providerId="LiveId" clId="{33F179D8-C598-449D-8BBB-2B4198C98BC6}" dt="2026-07-26T10:45:52.405" v="0" actId="26606"/>
          <ac:spMkLst>
            <pc:docMk/>
            <pc:sldMk cId="0" sldId="366"/>
            <ac:spMk id="13" creationId="{00000000-0000-0000-0000-000000000000}"/>
          </ac:spMkLst>
        </pc:spChg>
        <pc:spChg chg="mod">
          <ac:chgData name="Venkateshkumar Singaravelu" userId="79d9a579347d75e3" providerId="LiveId" clId="{33F179D8-C598-449D-8BBB-2B4198C98BC6}" dt="2026-07-26T10:45:52.405" v="0" actId="26606"/>
          <ac:spMkLst>
            <pc:docMk/>
            <pc:sldMk cId="0" sldId="366"/>
            <ac:spMk id="20" creationId="{00000000-0000-0000-0000-000000000000}"/>
          </ac:spMkLst>
        </pc:spChg>
        <pc:spChg chg="mod">
          <ac:chgData name="Venkateshkumar Singaravelu" userId="79d9a579347d75e3" providerId="LiveId" clId="{33F179D8-C598-449D-8BBB-2B4198C98BC6}" dt="2026-07-26T10:45:52.405" v="0" actId="26606"/>
          <ac:spMkLst>
            <pc:docMk/>
            <pc:sldMk cId="0" sldId="366"/>
            <ac:spMk id="21" creationId="{00000000-0000-0000-0000-000000000000}"/>
          </ac:spMkLst>
        </pc:spChg>
        <pc:spChg chg="mod">
          <ac:chgData name="Venkateshkumar Singaravelu" userId="79d9a579347d75e3" providerId="LiveId" clId="{33F179D8-C598-449D-8BBB-2B4198C98BC6}" dt="2026-07-26T10:45:52.405" v="0" actId="26606"/>
          <ac:spMkLst>
            <pc:docMk/>
            <pc:sldMk cId="0" sldId="366"/>
            <ac:spMk id="22" creationId="{00000000-0000-0000-0000-000000000000}"/>
          </ac:spMkLst>
        </pc:spChg>
      </pc:sldChg>
      <pc:sldChg chg="modSp mod">
        <pc:chgData name="Venkateshkumar Singaravelu" userId="79d9a579347d75e3" providerId="LiveId" clId="{33F179D8-C598-449D-8BBB-2B4198C98BC6}" dt="2026-07-26T10:45:52.405" v="0" actId="26606"/>
        <pc:sldMkLst>
          <pc:docMk/>
          <pc:sldMk cId="0" sldId="367"/>
        </pc:sldMkLst>
        <pc:spChg chg="mod">
          <ac:chgData name="Venkateshkumar Singaravelu" userId="79d9a579347d75e3" providerId="LiveId" clId="{33F179D8-C598-449D-8BBB-2B4198C98BC6}" dt="2026-07-26T10:45:52.405" v="0" actId="26606"/>
          <ac:spMkLst>
            <pc:docMk/>
            <pc:sldMk cId="0" sldId="367"/>
            <ac:spMk id="11" creationId="{00000000-0000-0000-0000-000000000000}"/>
          </ac:spMkLst>
        </pc:spChg>
        <pc:spChg chg="mod">
          <ac:chgData name="Venkateshkumar Singaravelu" userId="79d9a579347d75e3" providerId="LiveId" clId="{33F179D8-C598-449D-8BBB-2B4198C98BC6}" dt="2026-07-26T10:45:52.405" v="0" actId="26606"/>
          <ac:spMkLst>
            <pc:docMk/>
            <pc:sldMk cId="0" sldId="367"/>
            <ac:spMk id="20" creationId="{00000000-0000-0000-0000-000000000000}"/>
          </ac:spMkLst>
        </pc:spChg>
        <pc:spChg chg="mod">
          <ac:chgData name="Venkateshkumar Singaravelu" userId="79d9a579347d75e3" providerId="LiveId" clId="{33F179D8-C598-449D-8BBB-2B4198C98BC6}" dt="2026-07-26T10:45:52.405" v="0" actId="26606"/>
          <ac:spMkLst>
            <pc:docMk/>
            <pc:sldMk cId="0" sldId="367"/>
            <ac:spMk id="21" creationId="{00000000-0000-0000-0000-000000000000}"/>
          </ac:spMkLst>
        </pc:spChg>
        <pc:spChg chg="mod">
          <ac:chgData name="Venkateshkumar Singaravelu" userId="79d9a579347d75e3" providerId="LiveId" clId="{33F179D8-C598-449D-8BBB-2B4198C98BC6}" dt="2026-07-26T10:45:52.405" v="0" actId="26606"/>
          <ac:spMkLst>
            <pc:docMk/>
            <pc:sldMk cId="0" sldId="367"/>
            <ac:spMk id="22" creationId="{00000000-0000-0000-0000-000000000000}"/>
          </ac:spMkLst>
        </pc:spChg>
      </pc:sldChg>
      <pc:sldChg chg="modSp mod">
        <pc:chgData name="Venkateshkumar Singaravelu" userId="79d9a579347d75e3" providerId="LiveId" clId="{33F179D8-C598-449D-8BBB-2B4198C98BC6}" dt="2026-07-26T10:45:52.405" v="0" actId="26606"/>
        <pc:sldMkLst>
          <pc:docMk/>
          <pc:sldMk cId="0" sldId="368"/>
        </pc:sldMkLst>
        <pc:spChg chg="mod">
          <ac:chgData name="Venkateshkumar Singaravelu" userId="79d9a579347d75e3" providerId="LiveId" clId="{33F179D8-C598-449D-8BBB-2B4198C98BC6}" dt="2026-07-26T10:45:52.405" v="0" actId="26606"/>
          <ac:spMkLst>
            <pc:docMk/>
            <pc:sldMk cId="0" sldId="368"/>
            <ac:spMk id="11" creationId="{00000000-0000-0000-0000-000000000000}"/>
          </ac:spMkLst>
        </pc:spChg>
        <pc:spChg chg="mod">
          <ac:chgData name="Venkateshkumar Singaravelu" userId="79d9a579347d75e3" providerId="LiveId" clId="{33F179D8-C598-449D-8BBB-2B4198C98BC6}" dt="2026-07-26T10:45:52.405" v="0" actId="26606"/>
          <ac:spMkLst>
            <pc:docMk/>
            <pc:sldMk cId="0" sldId="368"/>
            <ac:spMk id="13" creationId="{00000000-0000-0000-0000-000000000000}"/>
          </ac:spMkLst>
        </pc:spChg>
        <pc:spChg chg="mod">
          <ac:chgData name="Venkateshkumar Singaravelu" userId="79d9a579347d75e3" providerId="LiveId" clId="{33F179D8-C598-449D-8BBB-2B4198C98BC6}" dt="2026-07-26T10:45:52.405" v="0" actId="26606"/>
          <ac:spMkLst>
            <pc:docMk/>
            <pc:sldMk cId="0" sldId="368"/>
            <ac:spMk id="20" creationId="{00000000-0000-0000-0000-000000000000}"/>
          </ac:spMkLst>
        </pc:spChg>
        <pc:spChg chg="mod">
          <ac:chgData name="Venkateshkumar Singaravelu" userId="79d9a579347d75e3" providerId="LiveId" clId="{33F179D8-C598-449D-8BBB-2B4198C98BC6}" dt="2026-07-26T10:45:52.405" v="0" actId="26606"/>
          <ac:spMkLst>
            <pc:docMk/>
            <pc:sldMk cId="0" sldId="368"/>
            <ac:spMk id="21" creationId="{00000000-0000-0000-0000-000000000000}"/>
          </ac:spMkLst>
        </pc:spChg>
        <pc:spChg chg="mod">
          <ac:chgData name="Venkateshkumar Singaravelu" userId="79d9a579347d75e3" providerId="LiveId" clId="{33F179D8-C598-449D-8BBB-2B4198C98BC6}" dt="2026-07-26T10:45:52.405" v="0" actId="26606"/>
          <ac:spMkLst>
            <pc:docMk/>
            <pc:sldMk cId="0" sldId="368"/>
            <ac:spMk id="22" creationId="{00000000-0000-0000-0000-000000000000}"/>
          </ac:spMkLst>
        </pc:spChg>
      </pc:sldChg>
      <pc:sldChg chg="modSp mod">
        <pc:chgData name="Venkateshkumar Singaravelu" userId="79d9a579347d75e3" providerId="LiveId" clId="{33F179D8-C598-449D-8BBB-2B4198C98BC6}" dt="2026-07-26T10:45:52.405" v="0" actId="26606"/>
        <pc:sldMkLst>
          <pc:docMk/>
          <pc:sldMk cId="0" sldId="369"/>
        </pc:sldMkLst>
        <pc:spChg chg="mod">
          <ac:chgData name="Venkateshkumar Singaravelu" userId="79d9a579347d75e3" providerId="LiveId" clId="{33F179D8-C598-449D-8BBB-2B4198C98BC6}" dt="2026-07-26T10:45:52.405" v="0" actId="26606"/>
          <ac:spMkLst>
            <pc:docMk/>
            <pc:sldMk cId="0" sldId="369"/>
            <ac:spMk id="11" creationId="{00000000-0000-0000-0000-000000000000}"/>
          </ac:spMkLst>
        </pc:spChg>
        <pc:spChg chg="mod">
          <ac:chgData name="Venkateshkumar Singaravelu" userId="79d9a579347d75e3" providerId="LiveId" clId="{33F179D8-C598-449D-8BBB-2B4198C98BC6}" dt="2026-07-26T10:45:52.405" v="0" actId="26606"/>
          <ac:spMkLst>
            <pc:docMk/>
            <pc:sldMk cId="0" sldId="369"/>
            <ac:spMk id="20" creationId="{00000000-0000-0000-0000-000000000000}"/>
          </ac:spMkLst>
        </pc:spChg>
        <pc:spChg chg="mod">
          <ac:chgData name="Venkateshkumar Singaravelu" userId="79d9a579347d75e3" providerId="LiveId" clId="{33F179D8-C598-449D-8BBB-2B4198C98BC6}" dt="2026-07-26T10:45:52.405" v="0" actId="26606"/>
          <ac:spMkLst>
            <pc:docMk/>
            <pc:sldMk cId="0" sldId="369"/>
            <ac:spMk id="21" creationId="{00000000-0000-0000-0000-000000000000}"/>
          </ac:spMkLst>
        </pc:spChg>
        <pc:spChg chg="mod">
          <ac:chgData name="Venkateshkumar Singaravelu" userId="79d9a579347d75e3" providerId="LiveId" clId="{33F179D8-C598-449D-8BBB-2B4198C98BC6}" dt="2026-07-26T10:45:52.405" v="0" actId="26606"/>
          <ac:spMkLst>
            <pc:docMk/>
            <pc:sldMk cId="0" sldId="369"/>
            <ac:spMk id="22" creationId="{00000000-0000-0000-0000-000000000000}"/>
          </ac:spMkLst>
        </pc:spChg>
      </pc:sldChg>
      <pc:sldChg chg="modSp mod">
        <pc:chgData name="Venkateshkumar Singaravelu" userId="79d9a579347d75e3" providerId="LiveId" clId="{33F179D8-C598-449D-8BBB-2B4198C98BC6}" dt="2026-07-26T10:45:52.405" v="0" actId="26606"/>
        <pc:sldMkLst>
          <pc:docMk/>
          <pc:sldMk cId="0" sldId="370"/>
        </pc:sldMkLst>
        <pc:spChg chg="mod">
          <ac:chgData name="Venkateshkumar Singaravelu" userId="79d9a579347d75e3" providerId="LiveId" clId="{33F179D8-C598-449D-8BBB-2B4198C98BC6}" dt="2026-07-26T10:45:52.405" v="0" actId="26606"/>
          <ac:spMkLst>
            <pc:docMk/>
            <pc:sldMk cId="0" sldId="370"/>
            <ac:spMk id="20" creationId="{00000000-0000-0000-0000-000000000000}"/>
          </ac:spMkLst>
        </pc:spChg>
        <pc:spChg chg="mod">
          <ac:chgData name="Venkateshkumar Singaravelu" userId="79d9a579347d75e3" providerId="LiveId" clId="{33F179D8-C598-449D-8BBB-2B4198C98BC6}" dt="2026-07-26T10:45:52.405" v="0" actId="26606"/>
          <ac:spMkLst>
            <pc:docMk/>
            <pc:sldMk cId="0" sldId="370"/>
            <ac:spMk id="21" creationId="{00000000-0000-0000-0000-000000000000}"/>
          </ac:spMkLst>
        </pc:spChg>
      </pc:sldChg>
      <pc:sldChg chg="modSp mod">
        <pc:chgData name="Venkateshkumar Singaravelu" userId="79d9a579347d75e3" providerId="LiveId" clId="{33F179D8-C598-449D-8BBB-2B4198C98BC6}" dt="2026-07-26T10:45:52.405" v="0" actId="26606"/>
        <pc:sldMkLst>
          <pc:docMk/>
          <pc:sldMk cId="0" sldId="371"/>
        </pc:sldMkLst>
        <pc:spChg chg="mod">
          <ac:chgData name="Venkateshkumar Singaravelu" userId="79d9a579347d75e3" providerId="LiveId" clId="{33F179D8-C598-449D-8BBB-2B4198C98BC6}" dt="2026-07-26T10:45:52.405" v="0" actId="26606"/>
          <ac:spMkLst>
            <pc:docMk/>
            <pc:sldMk cId="0" sldId="371"/>
            <ac:spMk id="20" creationId="{00000000-0000-0000-0000-000000000000}"/>
          </ac:spMkLst>
        </pc:spChg>
        <pc:spChg chg="mod">
          <ac:chgData name="Venkateshkumar Singaravelu" userId="79d9a579347d75e3" providerId="LiveId" clId="{33F179D8-C598-449D-8BBB-2B4198C98BC6}" dt="2026-07-26T10:45:52.405" v="0" actId="26606"/>
          <ac:spMkLst>
            <pc:docMk/>
            <pc:sldMk cId="0" sldId="371"/>
            <ac:spMk id="21" creationId="{00000000-0000-0000-0000-000000000000}"/>
          </ac:spMkLst>
        </pc:spChg>
      </pc:sldChg>
      <pc:sldChg chg="addSp delSp modSp new del mod setBg">
        <pc:chgData name="Venkateshkumar Singaravelu" userId="79d9a579347d75e3" providerId="LiveId" clId="{33F179D8-C598-449D-8BBB-2B4198C98BC6}" dt="2026-08-02T10:39:00.868" v="6" actId="2696"/>
        <pc:sldMkLst>
          <pc:docMk/>
          <pc:sldMk cId="700080358" sldId="372"/>
        </pc:sldMkLst>
        <pc:spChg chg="mod">
          <ac:chgData name="Venkateshkumar Singaravelu" userId="79d9a579347d75e3" providerId="LiveId" clId="{33F179D8-C598-449D-8BBB-2B4198C98BC6}" dt="2026-08-02T10:25:29.809" v="5" actId="26606"/>
          <ac:spMkLst>
            <pc:docMk/>
            <pc:sldMk cId="700080358" sldId="372"/>
            <ac:spMk id="2" creationId="{86CE040C-6034-6548-603E-9AB55C13B586}"/>
          </ac:spMkLst>
        </pc:spChg>
        <pc:spChg chg="add del">
          <ac:chgData name="Venkateshkumar Singaravelu" userId="79d9a579347d75e3" providerId="LiveId" clId="{33F179D8-C598-449D-8BBB-2B4198C98BC6}" dt="2026-08-02T10:25:29.809" v="5" actId="26606"/>
          <ac:spMkLst>
            <pc:docMk/>
            <pc:sldMk cId="700080358" sldId="372"/>
            <ac:spMk id="3" creationId="{AA9DCA4F-0E54-A8DA-8905-3CCBE68CB745}"/>
          </ac:spMkLst>
        </pc:spChg>
        <pc:spChg chg="add del">
          <ac:chgData name="Venkateshkumar Singaravelu" userId="79d9a579347d75e3" providerId="LiveId" clId="{33F179D8-C598-449D-8BBB-2B4198C98BC6}" dt="2026-08-02T10:25:29.781" v="4" actId="26606"/>
          <ac:spMkLst>
            <pc:docMk/>
            <pc:sldMk cId="700080358" sldId="372"/>
            <ac:spMk id="10" creationId="{353CF00F-82D0-0DBA-75D5-1D01B4526C68}"/>
          </ac:spMkLst>
        </pc:spChg>
        <pc:spChg chg="add">
          <ac:chgData name="Venkateshkumar Singaravelu" userId="79d9a579347d75e3" providerId="LiveId" clId="{33F179D8-C598-449D-8BBB-2B4198C98BC6}" dt="2026-08-02T10:25:29.809" v="5" actId="26606"/>
          <ac:spMkLst>
            <pc:docMk/>
            <pc:sldMk cId="700080358" sldId="372"/>
            <ac:spMk id="12" creationId="{01A22726-DA03-BCB0-F12E-98258FB7E5C0}"/>
          </ac:spMkLst>
        </pc:spChg>
        <pc:graphicFrameChg chg="add del">
          <ac:chgData name="Venkateshkumar Singaravelu" userId="79d9a579347d75e3" providerId="LiveId" clId="{33F179D8-C598-449D-8BBB-2B4198C98BC6}" dt="2026-08-02T10:25:29.781" v="4" actId="26606"/>
          <ac:graphicFrameMkLst>
            <pc:docMk/>
            <pc:sldMk cId="700080358" sldId="372"/>
            <ac:graphicFrameMk id="5" creationId="{AA9DCA4F-0E54-A8DA-8905-3CCBE68CB745}"/>
          </ac:graphicFrameMkLst>
        </pc:graphicFrameChg>
        <pc:graphicFrameChg chg="add">
          <ac:chgData name="Venkateshkumar Singaravelu" userId="79d9a579347d75e3" providerId="LiveId" clId="{33F179D8-C598-449D-8BBB-2B4198C98BC6}" dt="2026-08-02T10:25:29.809" v="5" actId="26606"/>
          <ac:graphicFrameMkLst>
            <pc:docMk/>
            <pc:sldMk cId="700080358" sldId="372"/>
            <ac:graphicFrameMk id="13" creationId="{AA9DCA4F-0E54-A8DA-8905-3CCBE68CB745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F736A8E-CA61-4566-A6D1-006F7BF71CD6}" type="datetimeFigureOut">
              <a:rPr lang="en-AE" smtClean="0"/>
              <a:t>02/08/2026</a:t>
            </a:fld>
            <a:endParaRPr lang="en-A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42938" y="1143000"/>
            <a:ext cx="55721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7ADE410-CB79-4446-B85D-134BAA55D0D8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6937469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6047" y="1733437"/>
            <a:ext cx="8568531" cy="119609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12094" y="3162036"/>
            <a:ext cx="7056438" cy="1426016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793DC-8431-4D9C-8775-C20137EA534C}" type="datetimeFigureOut">
              <a:rPr lang="en-IN" smtClean="0"/>
              <a:t>02-08-2026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AD24A-8DD6-425C-A857-8E224B85C8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5116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793DC-8431-4D9C-8775-C20137EA534C}" type="datetimeFigureOut">
              <a:rPr lang="en-IN" smtClean="0"/>
              <a:t>02-08-2026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AD24A-8DD6-425C-A857-8E224B85C8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51064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6300" y="3585707"/>
            <a:ext cx="8568531" cy="1108263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6300" y="2365069"/>
            <a:ext cx="8568531" cy="1220638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793DC-8431-4D9C-8775-C20137EA534C}" type="datetimeFigureOut">
              <a:rPr lang="en-IN" smtClean="0"/>
              <a:t>02-08-2026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AD24A-8DD6-425C-A857-8E224B85C8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58706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54785" y="1059178"/>
            <a:ext cx="4917805" cy="299670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40601" y="1059178"/>
            <a:ext cx="4917805" cy="299670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793DC-8431-4D9C-8775-C20137EA534C}" type="datetimeFigureOut">
              <a:rPr lang="en-IN" smtClean="0"/>
              <a:t>02-08-2026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AD24A-8DD6-425C-A857-8E224B85C8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82942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4031" y="223461"/>
            <a:ext cx="9072563" cy="930011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4031" y="1249056"/>
            <a:ext cx="4454027" cy="52054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4031" y="1769603"/>
            <a:ext cx="4454027" cy="321499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20818" y="1249056"/>
            <a:ext cx="4455776" cy="52054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20818" y="1769603"/>
            <a:ext cx="4455776" cy="321499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793DC-8431-4D9C-8775-C20137EA534C}" type="datetimeFigureOut">
              <a:rPr lang="en-IN" smtClean="0"/>
              <a:t>02-08-2026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AD24A-8DD6-425C-A857-8E224B85C8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10955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793DC-8431-4D9C-8775-C20137EA534C}" type="datetimeFigureOut">
              <a:rPr lang="en-IN" smtClean="0"/>
              <a:t>02-08-2026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AD24A-8DD6-425C-A857-8E224B85C8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77745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793DC-8431-4D9C-8775-C20137EA534C}" type="datetimeFigureOut">
              <a:rPr lang="en-IN" smtClean="0"/>
              <a:t>02-08-2026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AD24A-8DD6-425C-A857-8E224B85C8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390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4032" y="222169"/>
            <a:ext cx="3316456" cy="94551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41245" y="222170"/>
            <a:ext cx="5635349" cy="4762429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4032" y="1167680"/>
            <a:ext cx="3316456" cy="381691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793DC-8431-4D9C-8775-C20137EA534C}" type="datetimeFigureOut">
              <a:rPr lang="en-IN" smtClean="0"/>
              <a:t>02-08-2026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AD24A-8DD6-425C-A857-8E224B85C8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35994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5873" y="3906044"/>
            <a:ext cx="6048375" cy="46113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975873" y="498589"/>
            <a:ext cx="6048375" cy="3348038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75873" y="4367175"/>
            <a:ext cx="6048375" cy="65488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793DC-8431-4D9C-8775-C20137EA534C}" type="datetimeFigureOut">
              <a:rPr lang="en-IN" smtClean="0"/>
              <a:t>02-08-2026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AD24A-8DD6-425C-A857-8E224B85C8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68693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793DC-8431-4D9C-8775-C20137EA534C}" type="datetimeFigureOut">
              <a:rPr lang="en-IN" smtClean="0"/>
              <a:t>02-08-2026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AD24A-8DD6-425C-A857-8E224B85C8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63719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057499" y="182127"/>
            <a:ext cx="2500906" cy="387375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54785" y="182127"/>
            <a:ext cx="7334704" cy="387375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793DC-8431-4D9C-8775-C20137EA534C}" type="datetimeFigureOut">
              <a:rPr lang="en-IN" smtClean="0"/>
              <a:t>02-08-2026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5AD24A-8DD6-425C-A857-8E224B85C8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08435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4031" y="223461"/>
            <a:ext cx="9072563" cy="93001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4031" y="1302015"/>
            <a:ext cx="9072563" cy="36825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04031" y="5171892"/>
            <a:ext cx="2352146" cy="2970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3793DC-8431-4D9C-8775-C20137EA534C}" type="datetimeFigureOut">
              <a:rPr lang="en-IN" smtClean="0"/>
              <a:t>02-08-2026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44214" y="5171892"/>
            <a:ext cx="3192198" cy="2970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224448" y="5171892"/>
            <a:ext cx="2352146" cy="2970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5AD24A-8DD6-425C-A857-8E224B85C8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22811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9" y="0"/>
            <a:ext cx="10058400" cy="55690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0433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4820" y="4011"/>
            <a:ext cx="10095445" cy="5589586"/>
          </a:xfrm>
        </p:spPr>
      </p:pic>
    </p:spTree>
    <p:extLst>
      <p:ext uri="{BB962C8B-B14F-4D97-AF65-F5344CB8AC3E}">
        <p14:creationId xmlns:p14="http://schemas.microsoft.com/office/powerpoint/2010/main" val="12363668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95" y="-1"/>
            <a:ext cx="10078245" cy="5580063"/>
          </a:xfr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23AB77E-1721-8D81-90D5-5B9C9E30CCAC}"/>
              </a:ext>
            </a:extLst>
          </p:cNvPr>
          <p:cNvSpPr txBox="1"/>
          <p:nvPr/>
        </p:nvSpPr>
        <p:spPr>
          <a:xfrm>
            <a:off x="504031" y="32961"/>
            <a:ext cx="8784753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2800" b="1" dirty="0">
                <a:latin typeface="Arial" panose="020B0604020202020204" pitchFamily="34" charset="0"/>
              </a:rPr>
              <a:t>Table Of Contents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sz="2800" b="1" dirty="0">
              <a:latin typeface="Arial" panose="020B060402020202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sz="2800" b="1" dirty="0">
              <a:latin typeface="Arial" panose="020B0604020202020204" pitchFamily="34" charset="0"/>
            </a:endParaRPr>
          </a:p>
        </p:txBody>
      </p:sp>
      <p:sp>
        <p:nvSpPr>
          <p:cNvPr id="10" name="TOC Left"/>
          <p:cNvSpPr txBox="1"/>
          <p:nvPr/>
        </p:nvSpPr>
        <p:spPr>
          <a:xfrm>
            <a:off x="650000" y="1330000"/>
            <a:ext cx="4250000" cy="39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1500"/>
              </a:spcAft>
            </a:pPr>
            <a:r>
              <a:rPr lang="en-US" sz="1500" b="1" dirty="0">
                <a:solidFill>
                  <a:srgbClr val="1398AB"/>
                </a:solidFill>
                <a:latin typeface="Arial" panose="020B0604020202020204" pitchFamily="34" charset="0"/>
              </a:rPr>
              <a:t>01  </a:t>
            </a:r>
            <a:r>
              <a:rPr lang="en-US" sz="1500" dirty="0">
                <a:solidFill>
                  <a:srgbClr val="222222"/>
                </a:solidFill>
                <a:latin typeface="Arial" panose="020B0604020202020204" pitchFamily="34" charset="0"/>
              </a:rPr>
              <a:t>Introduction to </a:t>
            </a:r>
            <a:r>
              <a:rPr lang="en-US" sz="1500">
                <a:solidFill>
                  <a:srgbClr val="222222"/>
                </a:solidFill>
                <a:latin typeface="Arial" panose="020B0604020202020204" pitchFamily="34" charset="0"/>
              </a:rPr>
              <a:t>Deep </a:t>
            </a:r>
            <a:r>
              <a:rPr lang="en-US" sz="1500" dirty="0">
                <a:solidFill>
                  <a:srgbClr val="222222"/>
                </a:solidFill>
                <a:latin typeface="Arial" panose="020B0604020202020204" pitchFamily="34" charset="0"/>
              </a:rPr>
              <a:t>Learning</a:t>
            </a:r>
          </a:p>
          <a:p>
            <a:pPr marL="0" indent="0">
              <a:spcBef>
                <a:spcPts val="0"/>
              </a:spcBef>
              <a:spcAft>
                <a:spcPts val="1500"/>
              </a:spcAft>
            </a:pPr>
            <a:r>
              <a:rPr lang="en-US" sz="1500" b="1" dirty="0">
                <a:solidFill>
                  <a:srgbClr val="1398AB"/>
                </a:solidFill>
                <a:latin typeface="Arial" panose="020B0604020202020204" pitchFamily="34" charset="0"/>
              </a:rPr>
              <a:t>02  </a:t>
            </a:r>
            <a:r>
              <a:rPr lang="en-US" sz="1500">
                <a:solidFill>
                  <a:srgbClr val="222222"/>
                </a:solidFill>
                <a:latin typeface="Arial" panose="020B0604020202020204" pitchFamily="34" charset="0"/>
              </a:rPr>
              <a:t>Neural Network Foundations</a:t>
            </a:r>
            <a:endParaRPr lang="en-US" sz="1500" dirty="0">
              <a:solidFill>
                <a:srgbClr val="222222"/>
              </a:solidFill>
              <a:latin typeface="Arial" panose="020B0604020202020204" pitchFamily="34" charset="0"/>
            </a:endParaRPr>
          </a:p>
          <a:p>
            <a:pPr marL="0" indent="0">
              <a:spcBef>
                <a:spcPts val="0"/>
              </a:spcBef>
              <a:spcAft>
                <a:spcPts val="1500"/>
              </a:spcAft>
            </a:pPr>
            <a:r>
              <a:rPr lang="en-US" sz="1500" b="1" dirty="0">
                <a:solidFill>
                  <a:srgbClr val="1398AB"/>
                </a:solidFill>
                <a:latin typeface="Arial" panose="020B0604020202020204" pitchFamily="34" charset="0"/>
              </a:rPr>
              <a:t>03  </a:t>
            </a:r>
            <a:r>
              <a:rPr lang="en-US" sz="1500">
                <a:solidFill>
                  <a:srgbClr val="222222"/>
                </a:solidFill>
                <a:latin typeface="Arial" panose="020B0604020202020204" pitchFamily="34" charset="0"/>
              </a:rPr>
              <a:t>Training Neural Networks</a:t>
            </a:r>
            <a:endParaRPr lang="en-US" sz="1500" dirty="0">
              <a:solidFill>
                <a:srgbClr val="222222"/>
              </a:solidFill>
              <a:latin typeface="Arial" panose="020B0604020202020204" pitchFamily="34" charset="0"/>
            </a:endParaRPr>
          </a:p>
          <a:p>
            <a:pPr marL="0" indent="0">
              <a:spcBef>
                <a:spcPts val="0"/>
              </a:spcBef>
              <a:spcAft>
                <a:spcPts val="1500"/>
              </a:spcAft>
            </a:pPr>
            <a:r>
              <a:rPr lang="en-US" sz="1500" b="1" dirty="0">
                <a:solidFill>
                  <a:srgbClr val="1398AB"/>
                </a:solidFill>
                <a:latin typeface="Arial" panose="020B0604020202020204" pitchFamily="34" charset="0"/>
              </a:rPr>
              <a:t>04  </a:t>
            </a:r>
            <a:r>
              <a:rPr lang="en-US" sz="1500">
                <a:solidFill>
                  <a:srgbClr val="222222"/>
                </a:solidFill>
                <a:latin typeface="Arial" panose="020B0604020202020204" pitchFamily="34" charset="0"/>
              </a:rPr>
              <a:t>Regularization &amp; Tuning</a:t>
            </a:r>
            <a:endParaRPr lang="en-US" sz="1500" dirty="0">
              <a:solidFill>
                <a:srgbClr val="222222"/>
              </a:solidFill>
              <a:latin typeface="Arial" panose="020B0604020202020204" pitchFamily="34" charset="0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500" b="1" dirty="0">
                <a:solidFill>
                  <a:srgbClr val="1398AB"/>
                </a:solidFill>
                <a:latin typeface="Arial" panose="020B0604020202020204" pitchFamily="34" charset="0"/>
              </a:rPr>
              <a:t>05  </a:t>
            </a:r>
            <a:r>
              <a:rPr lang="en-US" sz="1500">
                <a:solidFill>
                  <a:srgbClr val="222222"/>
                </a:solidFill>
                <a:latin typeface="Arial" panose="020B0604020202020204" pitchFamily="34" charset="0"/>
              </a:rPr>
              <a:t>Convolutional Neural Networks</a:t>
            </a:r>
            <a:endParaRPr lang="en-US" sz="1500" dirty="0">
              <a:solidFill>
                <a:srgbClr val="222222"/>
              </a:solidFill>
              <a:latin typeface="Arial" panose="020B0604020202020204" pitchFamily="34" charset="0"/>
            </a:endParaRPr>
          </a:p>
        </p:txBody>
      </p:sp>
      <p:sp>
        <p:nvSpPr>
          <p:cNvPr id="11" name="TOC Right"/>
          <p:cNvSpPr txBox="1"/>
          <p:nvPr/>
        </p:nvSpPr>
        <p:spPr>
          <a:xfrm>
            <a:off x="5180000" y="1330000"/>
            <a:ext cx="4250000" cy="39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1500"/>
              </a:spcAft>
            </a:pPr>
            <a:r>
              <a:rPr lang="en-US" sz="1500" b="1">
                <a:solidFill>
                  <a:srgbClr val="1398AB"/>
                </a:solidFill>
                <a:latin typeface="Arial" panose="020B0604020202020204" pitchFamily="34" charset="0"/>
              </a:rPr>
              <a:t>06  </a:t>
            </a:r>
            <a:r>
              <a:rPr lang="en-US" sz="1500">
                <a:solidFill>
                  <a:srgbClr val="222222"/>
                </a:solidFill>
                <a:latin typeface="Arial" panose="020B0604020202020204" pitchFamily="34" charset="0"/>
              </a:rPr>
              <a:t>CNN Architectures &amp; Transfer Learning</a:t>
            </a:r>
          </a:p>
          <a:p>
            <a:pPr marL="0" indent="0">
              <a:spcBef>
                <a:spcPts val="0"/>
              </a:spcBef>
              <a:spcAft>
                <a:spcPts val="1500"/>
              </a:spcAft>
            </a:pPr>
            <a:r>
              <a:rPr lang="en-US" sz="1500" b="1">
                <a:solidFill>
                  <a:srgbClr val="1398AB"/>
                </a:solidFill>
                <a:latin typeface="Arial" panose="020B0604020202020204" pitchFamily="34" charset="0"/>
              </a:rPr>
              <a:t>07  </a:t>
            </a:r>
            <a:r>
              <a:rPr lang="en-US" sz="1500">
                <a:solidFill>
                  <a:srgbClr val="222222"/>
                </a:solidFill>
                <a:latin typeface="Arial" panose="020B0604020202020204" pitchFamily="34" charset="0"/>
              </a:rPr>
              <a:t>Sequence Models: RNNs &amp; LSTMs</a:t>
            </a:r>
          </a:p>
          <a:p>
            <a:pPr marL="0" indent="0">
              <a:spcBef>
                <a:spcPts val="0"/>
              </a:spcBef>
              <a:spcAft>
                <a:spcPts val="1500"/>
              </a:spcAft>
            </a:pPr>
            <a:r>
              <a:rPr lang="en-US" sz="1500" b="1">
                <a:solidFill>
                  <a:srgbClr val="1398AB"/>
                </a:solidFill>
                <a:latin typeface="Arial" panose="020B0604020202020204" pitchFamily="34" charset="0"/>
              </a:rPr>
              <a:t>08  </a:t>
            </a:r>
            <a:r>
              <a:rPr lang="en-US" sz="1500">
                <a:solidFill>
                  <a:srgbClr val="222222"/>
                </a:solidFill>
                <a:latin typeface="Arial" panose="020B0604020202020204" pitchFamily="34" charset="0"/>
              </a:rPr>
              <a:t>Transformers &amp; Attention</a:t>
            </a:r>
          </a:p>
          <a:p>
            <a:pPr marL="0" indent="0">
              <a:spcBef>
                <a:spcPts val="0"/>
              </a:spcBef>
              <a:spcAft>
                <a:spcPts val="1500"/>
              </a:spcAft>
            </a:pPr>
            <a:r>
              <a:rPr lang="en-US" sz="1500" b="1">
                <a:solidFill>
                  <a:srgbClr val="1398AB"/>
                </a:solidFill>
                <a:latin typeface="Arial" panose="020B0604020202020204" pitchFamily="34" charset="0"/>
              </a:rPr>
              <a:t>09  </a:t>
            </a:r>
            <a:r>
              <a:rPr lang="en-US" sz="1500">
                <a:solidFill>
                  <a:srgbClr val="222222"/>
                </a:solidFill>
                <a:latin typeface="Arial" panose="020B0604020202020204" pitchFamily="34" charset="0"/>
              </a:rPr>
              <a:t>Generative Deep Learning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500" b="1">
                <a:solidFill>
                  <a:srgbClr val="1398AB"/>
                </a:solidFill>
                <a:latin typeface="Arial" panose="020B0604020202020204" pitchFamily="34" charset="0"/>
              </a:rPr>
              <a:t>10  </a:t>
            </a:r>
            <a:r>
              <a:rPr lang="en-US" sz="1500">
                <a:solidFill>
                  <a:srgbClr val="222222"/>
                </a:solidFill>
                <a:latin typeface="Arial" panose="020B0604020202020204" pitchFamily="34" charset="0"/>
              </a:rPr>
              <a:t>LLMs, Deployment &amp; MLOps</a:t>
            </a:r>
          </a:p>
        </p:txBody>
      </p:sp>
    </p:spTree>
    <p:extLst>
      <p:ext uri="{BB962C8B-B14F-4D97-AF65-F5344CB8AC3E}">
        <p14:creationId xmlns:p14="http://schemas.microsoft.com/office/powerpoint/2010/main" val="37931484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Background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380" y="0"/>
            <a:ext cx="10078245" cy="5580063"/>
          </a:xfrm>
          <a:prstGeom prst="rect">
            <a:avLst/>
          </a:prstGeom>
        </p:spPr>
      </p:pic>
      <p:sp>
        <p:nvSpPr>
          <p:cNvPr id="10" name="Heading"/>
          <p:cNvSpPr txBox="1"/>
          <p:nvPr/>
        </p:nvSpPr>
        <p:spPr>
          <a:xfrm>
            <a:off x="504031" y="360000"/>
            <a:ext cx="9072563" cy="76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3200" b="1">
                <a:solidFill>
                  <a:srgbClr val="333333"/>
                </a:solidFill>
                <a:latin typeface="Arial" panose="020B0604020202020204" pitchFamily="34" charset="0"/>
              </a:rPr>
              <a:t>Introduction to Deep Learning</a:t>
            </a:r>
          </a:p>
        </p:txBody>
      </p:sp>
      <p:sp>
        <p:nvSpPr>
          <p:cNvPr id="11" name="Rule"/>
          <p:cNvSpPr/>
          <p:nvPr/>
        </p:nvSpPr>
        <p:spPr>
          <a:xfrm>
            <a:off x="514031" y="1150000"/>
            <a:ext cx="1500000" cy="55000"/>
          </a:xfrm>
          <a:prstGeom prst="rect">
            <a:avLst/>
          </a:prstGeom>
          <a:solidFill>
            <a:srgbClr val="1398AB"/>
          </a:solidFill>
        </p:spPr>
        <p:txBody>
          <a:bodyPr/>
          <a:lstStyle/>
          <a:p>
            <a:endParaRPr lang="en-US"/>
          </a:p>
        </p:txBody>
      </p:sp>
      <p:sp>
        <p:nvSpPr>
          <p:cNvPr id="12" name="Definition"/>
          <p:cNvSpPr txBox="1"/>
          <p:nvPr/>
        </p:nvSpPr>
        <p:spPr>
          <a:xfrm>
            <a:off x="504031" y="1330000"/>
            <a:ext cx="9072563" cy="76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 fontScale="92500"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600">
                <a:solidFill>
                  <a:srgbClr val="333333"/>
                </a:solidFill>
                <a:latin typeface="Arial" panose="020B0604020202020204" pitchFamily="34" charset="0"/>
              </a:rPr>
              <a:t>Deep learning uses multi-layer neural networks that learn their own features directly from raw data. Given enough examples and compute, one architecture can tackle images, text, audio, and more.</a:t>
            </a:r>
          </a:p>
        </p:txBody>
      </p:sp>
      <p:sp>
        <p:nvSpPr>
          <p:cNvPr id="20" name="Card1"/>
          <p:cNvSpPr/>
          <p:nvPr/>
        </p:nvSpPr>
        <p:spPr>
          <a:xfrm>
            <a:off x="504031" y="2320000"/>
            <a:ext cx="2790854" cy="2450000"/>
          </a:xfrm>
          <a:prstGeom prst="roundRect">
            <a:avLst/>
          </a:prstGeom>
          <a:solidFill>
            <a:srgbClr val="EAF5F7"/>
          </a:solidFill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600"/>
              </a:spcAft>
            </a:pPr>
            <a:r>
              <a:rPr lang="en-US" sz="1600" b="1">
                <a:solidFill>
                  <a:srgbClr val="1398AB"/>
                </a:solidFill>
                <a:latin typeface="Arial" panose="020B0604020202020204" pitchFamily="34" charset="0"/>
              </a:rPr>
              <a:t>What It Is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Neural networks with many layers that learn increasingly abstract features straight from raw data.</a:t>
            </a:r>
          </a:p>
        </p:txBody>
      </p:sp>
      <p:sp>
        <p:nvSpPr>
          <p:cNvPr id="21" name="Card2"/>
          <p:cNvSpPr/>
          <p:nvPr/>
        </p:nvSpPr>
        <p:spPr>
          <a:xfrm>
            <a:off x="3644885" y="2320000"/>
            <a:ext cx="2790854" cy="2450000"/>
          </a:xfrm>
          <a:prstGeom prst="roundRect">
            <a:avLst/>
          </a:prstGeom>
          <a:solidFill>
            <a:srgbClr val="EAF5F7"/>
          </a:solidFill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600"/>
              </a:spcAft>
            </a:pPr>
            <a:r>
              <a:rPr lang="en-US" sz="1600" b="1">
                <a:solidFill>
                  <a:srgbClr val="1398AB"/>
                </a:solidFill>
                <a:latin typeface="Arial" panose="020B0604020202020204" pitchFamily="34" charset="0"/>
              </a:rPr>
              <a:t>DL vs Classic ML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No hand-crafted features — the network learns representations itself and keeps improving with more data.</a:t>
            </a:r>
          </a:p>
        </p:txBody>
      </p:sp>
      <p:sp>
        <p:nvSpPr>
          <p:cNvPr id="22" name="Card3"/>
          <p:cNvSpPr/>
          <p:nvPr/>
        </p:nvSpPr>
        <p:spPr>
          <a:xfrm>
            <a:off x="6785739" y="2320000"/>
            <a:ext cx="2790854" cy="2450000"/>
          </a:xfrm>
          <a:prstGeom prst="roundRect">
            <a:avLst/>
          </a:prstGeom>
          <a:solidFill>
            <a:srgbClr val="EAF5F7"/>
          </a:solidFill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600"/>
              </a:spcAft>
            </a:pPr>
            <a:r>
              <a:rPr lang="en-US" sz="1600" b="1">
                <a:solidFill>
                  <a:srgbClr val="1398AB"/>
                </a:solidFill>
                <a:latin typeface="Arial" panose="020B0604020202020204" pitchFamily="34" charset="0"/>
              </a:rPr>
              <a:t>Why It Matters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Powers modern vision, speech, translation, recommendation, and generative AI systems.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Background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380" y="0"/>
            <a:ext cx="10078245" cy="5580063"/>
          </a:xfrm>
          <a:prstGeom prst="rect">
            <a:avLst/>
          </a:prstGeom>
        </p:spPr>
      </p:pic>
      <p:sp>
        <p:nvSpPr>
          <p:cNvPr id="10" name="Eyebrow"/>
          <p:cNvSpPr txBox="1"/>
          <p:nvPr/>
        </p:nvSpPr>
        <p:spPr>
          <a:xfrm>
            <a:off x="514031" y="330000"/>
            <a:ext cx="9000000" cy="32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 fontScale="77500" lnSpcReduction="20000"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400" b="1">
                <a:solidFill>
                  <a:srgbClr val="1398AB"/>
                </a:solidFill>
                <a:latin typeface="Arial" panose="020B0604020202020204" pitchFamily="34" charset="0"/>
              </a:rPr>
              <a:t>MODULE 01 — KEY CONCEPTS</a:t>
            </a:r>
          </a:p>
        </p:txBody>
      </p:sp>
      <p:sp>
        <p:nvSpPr>
          <p:cNvPr id="11" name="Heading"/>
          <p:cNvSpPr txBox="1"/>
          <p:nvPr/>
        </p:nvSpPr>
        <p:spPr>
          <a:xfrm>
            <a:off x="504031" y="630000"/>
            <a:ext cx="9072563" cy="85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2800" b="1">
                <a:solidFill>
                  <a:srgbClr val="333333"/>
                </a:solidFill>
                <a:latin typeface="Arial" panose="020B0604020202020204" pitchFamily="34" charset="0"/>
              </a:rPr>
              <a:t>Deep Learning: Key Concepts</a:t>
            </a:r>
          </a:p>
        </p:txBody>
      </p:sp>
      <p:sp>
        <p:nvSpPr>
          <p:cNvPr id="12" name="Rule"/>
          <p:cNvSpPr/>
          <p:nvPr/>
        </p:nvSpPr>
        <p:spPr>
          <a:xfrm>
            <a:off x="514031" y="1470000"/>
            <a:ext cx="1500000" cy="55000"/>
          </a:xfrm>
          <a:prstGeom prst="rect">
            <a:avLst/>
          </a:prstGeom>
          <a:solidFill>
            <a:srgbClr val="1398AB"/>
          </a:solidFill>
        </p:spPr>
        <p:txBody>
          <a:bodyPr wrap="square" lIns="137160" tIns="91440" rIns="137160" bIns="91440" rtlCol="0">
            <a:normAutofit fontScale="25000" lnSpcReduction="20000"/>
          </a:bodyPr>
          <a:lstStyle/>
          <a:p>
            <a:endParaRPr lang="en-US"/>
          </a:p>
        </p:txBody>
      </p:sp>
      <p:sp>
        <p:nvSpPr>
          <p:cNvPr id="20" name="Col1"/>
          <p:cNvSpPr txBox="1"/>
          <p:nvPr/>
        </p:nvSpPr>
        <p:spPr>
          <a:xfrm>
            <a:off x="504031" y="1660000"/>
            <a:ext cx="4300000" cy="310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100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Neurons &amp; Layers  </a:t>
            </a: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—  weighted sums passed through activations, stacked into depth.</a:t>
            </a:r>
          </a:p>
          <a:p>
            <a:pPr marL="0" indent="0">
              <a:spcBef>
                <a:spcPts val="0"/>
              </a:spcBef>
              <a:spcAft>
                <a:spcPts val="100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Representation Learning  </a:t>
            </a: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—  early layers catch edges, deeper layers catch concepts.</a:t>
            </a:r>
          </a:p>
          <a:p>
            <a:pPr marL="0" indent="0">
              <a:spcBef>
                <a:spcPts val="0"/>
              </a:spcBef>
              <a:spcAft>
                <a:spcPts val="100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Forward Pass  </a:t>
            </a: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—  data flows through the network to produce a prediction.</a:t>
            </a:r>
          </a:p>
        </p:txBody>
      </p:sp>
      <p:sp>
        <p:nvSpPr>
          <p:cNvPr id="21" name="Col2"/>
          <p:cNvSpPr txBox="1"/>
          <p:nvPr/>
        </p:nvSpPr>
        <p:spPr>
          <a:xfrm>
            <a:off x="5276531" y="1660000"/>
            <a:ext cx="4300000" cy="310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100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Loss &amp; Backprop  </a:t>
            </a: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—  measure error, then push gradients back to update weights.</a:t>
            </a:r>
          </a:p>
          <a:p>
            <a:pPr marL="0" indent="0">
              <a:spcBef>
                <a:spcPts val="0"/>
              </a:spcBef>
              <a:spcAft>
                <a:spcPts val="100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GPUs &amp; Scale  </a:t>
            </a: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—  parallel hardware makes training large models practical.</a:t>
            </a:r>
          </a:p>
          <a:p>
            <a:pPr marL="0" indent="0">
              <a:spcBef>
                <a:spcPts val="0"/>
              </a:spcBef>
              <a:spcAft>
                <a:spcPts val="100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Frameworks  </a:t>
            </a: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—  PyTorch and TensorFlow build and train networks quickly.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Background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380" y="0"/>
            <a:ext cx="10078245" cy="5580063"/>
          </a:xfrm>
          <a:prstGeom prst="rect">
            <a:avLst/>
          </a:prstGeom>
        </p:spPr>
      </p:pic>
      <p:sp>
        <p:nvSpPr>
          <p:cNvPr id="10" name="Eyebrow"/>
          <p:cNvSpPr txBox="1"/>
          <p:nvPr/>
        </p:nvSpPr>
        <p:spPr>
          <a:xfrm>
            <a:off x="514031" y="330000"/>
            <a:ext cx="9000000" cy="32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 fontScale="77500" lnSpcReduction="20000"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400" b="1">
                <a:solidFill>
                  <a:srgbClr val="1398AB"/>
                </a:solidFill>
                <a:latin typeface="Arial" panose="020B0604020202020204" pitchFamily="34" charset="0"/>
              </a:rPr>
              <a:t>MODULE 01 — EXAMPLE</a:t>
            </a:r>
          </a:p>
        </p:txBody>
      </p:sp>
      <p:sp>
        <p:nvSpPr>
          <p:cNvPr id="11" name="Heading"/>
          <p:cNvSpPr txBox="1"/>
          <p:nvPr/>
        </p:nvSpPr>
        <p:spPr>
          <a:xfrm>
            <a:off x="504031" y="630000"/>
            <a:ext cx="9072563" cy="85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2800" b="1">
                <a:solidFill>
                  <a:srgbClr val="333333"/>
                </a:solidFill>
                <a:latin typeface="Arial" panose="020B0604020202020204" pitchFamily="34" charset="0"/>
              </a:rPr>
              <a:t>Introduction to Deep Learning</a:t>
            </a:r>
          </a:p>
        </p:txBody>
      </p:sp>
      <p:sp>
        <p:nvSpPr>
          <p:cNvPr id="12" name="Rule"/>
          <p:cNvSpPr/>
          <p:nvPr/>
        </p:nvSpPr>
        <p:spPr>
          <a:xfrm>
            <a:off x="514031" y="1470000"/>
            <a:ext cx="1500000" cy="55000"/>
          </a:xfrm>
          <a:prstGeom prst="rect">
            <a:avLst/>
          </a:prstGeom>
          <a:solidFill>
            <a:srgbClr val="1398AB"/>
          </a:solidFill>
        </p:spPr>
        <p:txBody>
          <a:bodyPr wrap="square" lIns="137160" tIns="91440" rIns="137160" bIns="91440" rtlCol="0">
            <a:normAutofit fontScale="25000" lnSpcReduction="20000"/>
          </a:bodyPr>
          <a:lstStyle/>
          <a:p>
            <a:endParaRPr lang="en-US"/>
          </a:p>
        </p:txBody>
      </p:sp>
      <p:sp>
        <p:nvSpPr>
          <p:cNvPr id="13" name="Scenario"/>
          <p:cNvSpPr/>
          <p:nvPr/>
        </p:nvSpPr>
        <p:spPr>
          <a:xfrm>
            <a:off x="504031" y="1640000"/>
            <a:ext cx="9072563" cy="940000"/>
          </a:xfrm>
          <a:prstGeom prst="roundRect">
            <a:avLst/>
          </a:prstGeom>
          <a:solidFill>
            <a:srgbClr val="EAF5F7"/>
          </a:solidFill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500"/>
              </a:spcAft>
            </a:pPr>
            <a:r>
              <a:rPr lang="en-US" sz="1500" b="1">
                <a:solidFill>
                  <a:srgbClr val="1398AB"/>
                </a:solidFill>
                <a:latin typeface="Arial" panose="020B0604020202020204" pitchFamily="34" charset="0"/>
              </a:rPr>
              <a:t>Scenario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A team wants to label photos as cat, dog, or bird automatically.</a:t>
            </a:r>
          </a:p>
        </p:txBody>
      </p:sp>
      <p:sp>
        <p:nvSpPr>
          <p:cNvPr id="20" name="Step1"/>
          <p:cNvSpPr/>
          <p:nvPr/>
        </p:nvSpPr>
        <p:spPr>
          <a:xfrm>
            <a:off x="504031" y="2740000"/>
            <a:ext cx="2790854" cy="1980000"/>
          </a:xfrm>
          <a:prstGeom prst="roundRect">
            <a:avLst/>
          </a:prstGeom>
          <a:solidFill>
            <a:srgbClr val="EAF5F7"/>
          </a:solidFill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500"/>
              </a:spcAft>
            </a:pPr>
            <a:r>
              <a:rPr lang="en-US" sz="1450" b="1">
                <a:solidFill>
                  <a:srgbClr val="1398AB"/>
                </a:solidFill>
                <a:latin typeface="Arial" panose="020B0604020202020204" pitchFamily="34" charset="0"/>
              </a:rPr>
              <a:t>The Data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Thousands of labelled images across the three classes.</a:t>
            </a:r>
          </a:p>
        </p:txBody>
      </p:sp>
      <p:sp>
        <p:nvSpPr>
          <p:cNvPr id="21" name="Step2"/>
          <p:cNvSpPr/>
          <p:nvPr/>
        </p:nvSpPr>
        <p:spPr>
          <a:xfrm>
            <a:off x="3644885" y="2740000"/>
            <a:ext cx="2790854" cy="1980000"/>
          </a:xfrm>
          <a:prstGeom prst="roundRect">
            <a:avLst/>
          </a:prstGeom>
          <a:solidFill>
            <a:srgbClr val="EAF5F7"/>
          </a:solidFill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500"/>
              </a:spcAft>
            </a:pPr>
            <a:r>
              <a:rPr lang="en-US" sz="1450" b="1">
                <a:solidFill>
                  <a:srgbClr val="1398AB"/>
                </a:solidFill>
                <a:latin typeface="Arial" panose="020B0604020202020204" pitchFamily="34" charset="0"/>
              </a:rPr>
              <a:t>The Approach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A deep neural network learns visual features end to end.</a:t>
            </a:r>
          </a:p>
        </p:txBody>
      </p:sp>
      <p:sp>
        <p:nvSpPr>
          <p:cNvPr id="22" name="Step3"/>
          <p:cNvSpPr/>
          <p:nvPr/>
        </p:nvSpPr>
        <p:spPr>
          <a:xfrm>
            <a:off x="6785739" y="2740000"/>
            <a:ext cx="2790854" cy="1980000"/>
          </a:xfrm>
          <a:prstGeom prst="roundRect">
            <a:avLst/>
          </a:prstGeom>
          <a:solidFill>
            <a:srgbClr val="EAF5F7"/>
          </a:solidFill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500"/>
              </a:spcAft>
            </a:pPr>
            <a:r>
              <a:rPr lang="en-US" sz="1450" b="1">
                <a:solidFill>
                  <a:srgbClr val="1398AB"/>
                </a:solidFill>
                <a:latin typeface="Arial" panose="020B0604020202020204" pitchFamily="34" charset="0"/>
              </a:rPr>
              <a:t>The Result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Accurate labels on new photos the model never saw.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Background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380" y="0"/>
            <a:ext cx="10078245" cy="5580063"/>
          </a:xfrm>
          <a:prstGeom prst="rect">
            <a:avLst/>
          </a:prstGeom>
        </p:spPr>
      </p:pic>
      <p:sp>
        <p:nvSpPr>
          <p:cNvPr id="10" name="Eyebrow"/>
          <p:cNvSpPr txBox="1"/>
          <p:nvPr/>
        </p:nvSpPr>
        <p:spPr>
          <a:xfrm>
            <a:off x="514031" y="330000"/>
            <a:ext cx="9000000" cy="32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 fontScale="77500" lnSpcReduction="20000"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400" b="1">
                <a:solidFill>
                  <a:srgbClr val="1398AB"/>
                </a:solidFill>
                <a:latin typeface="Arial" panose="020B0604020202020204" pitchFamily="34" charset="0"/>
              </a:rPr>
              <a:t>MODULE 01 — QUIZ</a:t>
            </a:r>
          </a:p>
        </p:txBody>
      </p:sp>
      <p:sp>
        <p:nvSpPr>
          <p:cNvPr id="11" name="Heading"/>
          <p:cNvSpPr txBox="1"/>
          <p:nvPr/>
        </p:nvSpPr>
        <p:spPr>
          <a:xfrm>
            <a:off x="504031" y="630000"/>
            <a:ext cx="9072563" cy="85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2800" b="1">
                <a:solidFill>
                  <a:srgbClr val="333333"/>
                </a:solidFill>
                <a:latin typeface="Arial" panose="020B0604020202020204" pitchFamily="34" charset="0"/>
              </a:rPr>
              <a:t>Introduction to Deep Learning</a:t>
            </a:r>
          </a:p>
        </p:txBody>
      </p:sp>
      <p:sp>
        <p:nvSpPr>
          <p:cNvPr id="12" name="Rule"/>
          <p:cNvSpPr/>
          <p:nvPr/>
        </p:nvSpPr>
        <p:spPr>
          <a:xfrm>
            <a:off x="514031" y="1470000"/>
            <a:ext cx="1500000" cy="55000"/>
          </a:xfrm>
          <a:prstGeom prst="rect">
            <a:avLst/>
          </a:prstGeom>
          <a:solidFill>
            <a:srgbClr val="1398AB"/>
          </a:solidFill>
        </p:spPr>
        <p:txBody>
          <a:bodyPr wrap="square" lIns="137160" tIns="91440" rIns="137160" bIns="91440" rtlCol="0">
            <a:normAutofit fontScale="25000" lnSpcReduction="20000"/>
          </a:bodyPr>
          <a:lstStyle/>
          <a:p>
            <a:endParaRPr lang="en-US"/>
          </a:p>
        </p:txBody>
      </p:sp>
      <p:sp>
        <p:nvSpPr>
          <p:cNvPr id="20" name="Q1"/>
          <p:cNvSpPr txBox="1"/>
          <p:nvPr/>
        </p:nvSpPr>
        <p:spPr>
          <a:xfrm>
            <a:off x="504031" y="1600000"/>
            <a:ext cx="9072563" cy="113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300"/>
              </a:spcAft>
            </a:pPr>
            <a:r>
              <a:rPr lang="en-US" sz="1400" b="1">
                <a:solidFill>
                  <a:srgbClr val="1398AB"/>
                </a:solidFill>
                <a:latin typeface="Arial" panose="020B0604020202020204" pitchFamily="34" charset="0"/>
              </a:rPr>
              <a:t>Q1.  </a:t>
            </a:r>
            <a:r>
              <a:rPr lang="en-US" sz="1400" b="1">
                <a:solidFill>
                  <a:srgbClr val="333333"/>
                </a:solidFill>
                <a:latin typeface="Arial" panose="020B0604020202020204" pitchFamily="34" charset="0"/>
              </a:rPr>
              <a:t>Deep learning models learn features that are…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A) Hand-engineered by experts    B) Learned automatically from data    C) Fixed and random</a:t>
            </a:r>
          </a:p>
        </p:txBody>
      </p:sp>
      <p:sp>
        <p:nvSpPr>
          <p:cNvPr id="21" name="Q2"/>
          <p:cNvSpPr txBox="1"/>
          <p:nvPr/>
        </p:nvSpPr>
        <p:spPr>
          <a:xfrm>
            <a:off x="504031" y="2730000"/>
            <a:ext cx="9072563" cy="113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300"/>
              </a:spcAft>
            </a:pPr>
            <a:r>
              <a:rPr lang="en-US" sz="1400" b="1">
                <a:solidFill>
                  <a:srgbClr val="1398AB"/>
                </a:solidFill>
                <a:latin typeface="Arial" panose="020B0604020202020204" pitchFamily="34" charset="0"/>
              </a:rPr>
              <a:t>Q2.  </a:t>
            </a:r>
            <a:r>
              <a:rPr lang="en-US" sz="1400" b="1">
                <a:solidFill>
                  <a:srgbClr val="333333"/>
                </a:solidFill>
                <a:latin typeface="Arial" panose="020B0604020202020204" pitchFamily="34" charset="0"/>
              </a:rPr>
              <a:t>Compared with classic ML, deep learning usually…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A) Needs no data at all    B) Improves with more data and compute    C) Cannot use GPUs</a:t>
            </a:r>
          </a:p>
        </p:txBody>
      </p:sp>
      <p:sp>
        <p:nvSpPr>
          <p:cNvPr id="22" name="Q3"/>
          <p:cNvSpPr txBox="1"/>
          <p:nvPr/>
        </p:nvSpPr>
        <p:spPr>
          <a:xfrm>
            <a:off x="504031" y="3860000"/>
            <a:ext cx="9072563" cy="113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300"/>
              </a:spcAft>
            </a:pPr>
            <a:r>
              <a:rPr lang="en-US" sz="1400" b="1">
                <a:solidFill>
                  <a:srgbClr val="1398AB"/>
                </a:solidFill>
                <a:latin typeface="Arial" panose="020B0604020202020204" pitchFamily="34" charset="0"/>
              </a:rPr>
              <a:t>Q3.  </a:t>
            </a:r>
            <a:r>
              <a:rPr lang="en-US" sz="1400" b="1">
                <a:solidFill>
                  <a:srgbClr val="333333"/>
                </a:solidFill>
                <a:latin typeface="Arial" panose="020B0604020202020204" pitchFamily="34" charset="0"/>
              </a:rPr>
              <a:t>A neural network's depth refers to…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A) Its number of stacked layers    B) The screen resolution    C) The file size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Background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380" y="0"/>
            <a:ext cx="10078245" cy="5580063"/>
          </a:xfrm>
          <a:prstGeom prst="rect">
            <a:avLst/>
          </a:prstGeom>
        </p:spPr>
      </p:pic>
      <p:sp>
        <p:nvSpPr>
          <p:cNvPr id="10" name="Eyebrow"/>
          <p:cNvSpPr txBox="1"/>
          <p:nvPr/>
        </p:nvSpPr>
        <p:spPr>
          <a:xfrm>
            <a:off x="514031" y="330000"/>
            <a:ext cx="9000000" cy="32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 fontScale="77500" lnSpcReduction="20000"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400" b="1">
                <a:solidFill>
                  <a:srgbClr val="1398AB"/>
                </a:solidFill>
                <a:latin typeface="Arial" panose="020B0604020202020204" pitchFamily="34" charset="0"/>
              </a:rPr>
              <a:t>MODULE 02 — OVERVIEW</a:t>
            </a:r>
          </a:p>
        </p:txBody>
      </p:sp>
      <p:sp>
        <p:nvSpPr>
          <p:cNvPr id="11" name="Heading"/>
          <p:cNvSpPr txBox="1"/>
          <p:nvPr/>
        </p:nvSpPr>
        <p:spPr>
          <a:xfrm>
            <a:off x="504031" y="630000"/>
            <a:ext cx="9072563" cy="85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2800" b="1">
                <a:solidFill>
                  <a:srgbClr val="333333"/>
                </a:solidFill>
                <a:latin typeface="Arial" panose="020B0604020202020204" pitchFamily="34" charset="0"/>
              </a:rPr>
              <a:t>Neural Network Foundations</a:t>
            </a:r>
          </a:p>
        </p:txBody>
      </p:sp>
      <p:sp>
        <p:nvSpPr>
          <p:cNvPr id="12" name="Rule"/>
          <p:cNvSpPr/>
          <p:nvPr/>
        </p:nvSpPr>
        <p:spPr>
          <a:xfrm>
            <a:off x="514031" y="1470000"/>
            <a:ext cx="1500000" cy="55000"/>
          </a:xfrm>
          <a:prstGeom prst="rect">
            <a:avLst/>
          </a:prstGeom>
          <a:solidFill>
            <a:srgbClr val="1398AB"/>
          </a:solidFill>
        </p:spPr>
        <p:txBody>
          <a:bodyPr wrap="square" lIns="137160" tIns="91440" rIns="137160" bIns="91440" rtlCol="0">
            <a:normAutofit fontScale="25000" lnSpcReduction="20000"/>
          </a:bodyPr>
          <a:lstStyle/>
          <a:p>
            <a:endParaRPr lang="en-US"/>
          </a:p>
        </p:txBody>
      </p:sp>
      <p:sp>
        <p:nvSpPr>
          <p:cNvPr id="13" name="Intro"/>
          <p:cNvSpPr txBox="1"/>
          <p:nvPr/>
        </p:nvSpPr>
        <p:spPr>
          <a:xfrm>
            <a:off x="504031" y="1640000"/>
            <a:ext cx="9072563" cy="70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500">
                <a:solidFill>
                  <a:srgbClr val="333333"/>
                </a:solidFill>
                <a:latin typeface="Arial" panose="020B0604020202020204" pitchFamily="34" charset="0"/>
              </a:rPr>
              <a:t>A neural network is built from simple units called neurons. Each applies a weighted sum and an activation, and stacking them in layers lets the network model complex, non-linear relationships.</a:t>
            </a:r>
          </a:p>
        </p:txBody>
      </p:sp>
      <p:sp>
        <p:nvSpPr>
          <p:cNvPr id="20" name="Card1"/>
          <p:cNvSpPr/>
          <p:nvPr/>
        </p:nvSpPr>
        <p:spPr>
          <a:xfrm>
            <a:off x="504031" y="2480000"/>
            <a:ext cx="2790854" cy="1720000"/>
          </a:xfrm>
          <a:prstGeom prst="roundRect">
            <a:avLst/>
          </a:prstGeom>
          <a:solidFill>
            <a:srgbClr val="EAF5F7"/>
          </a:solidFill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600"/>
              </a:spcAft>
            </a:pPr>
            <a:r>
              <a:rPr lang="en-US" sz="1600" b="1">
                <a:solidFill>
                  <a:srgbClr val="1398AB"/>
                </a:solidFill>
                <a:latin typeface="Arial" panose="020B0604020202020204" pitchFamily="34" charset="0"/>
              </a:rPr>
              <a:t>The Neuron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A weighted sum of inputs plus a bias, passed through an activation function.</a:t>
            </a:r>
          </a:p>
        </p:txBody>
      </p:sp>
      <p:sp>
        <p:nvSpPr>
          <p:cNvPr id="21" name="Card2"/>
          <p:cNvSpPr/>
          <p:nvPr/>
        </p:nvSpPr>
        <p:spPr>
          <a:xfrm>
            <a:off x="3644885" y="2480000"/>
            <a:ext cx="2790854" cy="1720000"/>
          </a:xfrm>
          <a:prstGeom prst="roundRect">
            <a:avLst/>
          </a:prstGeom>
          <a:solidFill>
            <a:srgbClr val="EAF5F7"/>
          </a:solidFill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600"/>
              </a:spcAft>
            </a:pPr>
            <a:r>
              <a:rPr lang="en-US" sz="1600" b="1">
                <a:solidFill>
                  <a:srgbClr val="1398AB"/>
                </a:solidFill>
                <a:latin typeface="Arial" panose="020B0604020202020204" pitchFamily="34" charset="0"/>
              </a:rPr>
              <a:t>Layers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Input, hidden, and output layers connect neurons into a full network.</a:t>
            </a:r>
          </a:p>
        </p:txBody>
      </p:sp>
      <p:sp>
        <p:nvSpPr>
          <p:cNvPr id="22" name="Card3"/>
          <p:cNvSpPr/>
          <p:nvPr/>
        </p:nvSpPr>
        <p:spPr>
          <a:xfrm>
            <a:off x="6785739" y="2480000"/>
            <a:ext cx="2790854" cy="1720000"/>
          </a:xfrm>
          <a:prstGeom prst="roundRect">
            <a:avLst/>
          </a:prstGeom>
          <a:solidFill>
            <a:srgbClr val="EAF5F7"/>
          </a:solidFill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600"/>
              </a:spcAft>
            </a:pPr>
            <a:r>
              <a:rPr lang="en-US" sz="1600" b="1">
                <a:solidFill>
                  <a:srgbClr val="1398AB"/>
                </a:solidFill>
                <a:latin typeface="Arial" panose="020B0604020202020204" pitchFamily="34" charset="0"/>
              </a:rPr>
              <a:t>Non-linearity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Activation functions let the network learn curves, not just straight lines.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Background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380" y="0"/>
            <a:ext cx="10078245" cy="5580063"/>
          </a:xfrm>
          <a:prstGeom prst="rect">
            <a:avLst/>
          </a:prstGeom>
        </p:spPr>
      </p:pic>
      <p:sp>
        <p:nvSpPr>
          <p:cNvPr id="10" name="Eyebrow"/>
          <p:cNvSpPr txBox="1"/>
          <p:nvPr/>
        </p:nvSpPr>
        <p:spPr>
          <a:xfrm>
            <a:off x="514031" y="330000"/>
            <a:ext cx="9000000" cy="32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 fontScale="77500" lnSpcReduction="20000"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400" b="1">
                <a:solidFill>
                  <a:srgbClr val="1398AB"/>
                </a:solidFill>
                <a:latin typeface="Arial" panose="020B0604020202020204" pitchFamily="34" charset="0"/>
              </a:rPr>
              <a:t>MODULE 02 — KEY CONCEPTS</a:t>
            </a:r>
          </a:p>
        </p:txBody>
      </p:sp>
      <p:sp>
        <p:nvSpPr>
          <p:cNvPr id="11" name="Heading"/>
          <p:cNvSpPr txBox="1"/>
          <p:nvPr/>
        </p:nvSpPr>
        <p:spPr>
          <a:xfrm>
            <a:off x="504031" y="630000"/>
            <a:ext cx="9072563" cy="85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2800" b="1">
                <a:solidFill>
                  <a:srgbClr val="333333"/>
                </a:solidFill>
                <a:latin typeface="Arial" panose="020B0604020202020204" pitchFamily="34" charset="0"/>
              </a:rPr>
              <a:t>Neural Network Foundations</a:t>
            </a:r>
          </a:p>
        </p:txBody>
      </p:sp>
      <p:sp>
        <p:nvSpPr>
          <p:cNvPr id="12" name="Rule"/>
          <p:cNvSpPr/>
          <p:nvPr/>
        </p:nvSpPr>
        <p:spPr>
          <a:xfrm>
            <a:off x="514031" y="1470000"/>
            <a:ext cx="1500000" cy="55000"/>
          </a:xfrm>
          <a:prstGeom prst="rect">
            <a:avLst/>
          </a:prstGeom>
          <a:solidFill>
            <a:srgbClr val="1398AB"/>
          </a:solidFill>
        </p:spPr>
        <p:txBody>
          <a:bodyPr wrap="square" lIns="137160" tIns="91440" rIns="137160" bIns="91440" rtlCol="0">
            <a:normAutofit fontScale="25000" lnSpcReduction="20000"/>
          </a:bodyPr>
          <a:lstStyle/>
          <a:p>
            <a:endParaRPr lang="en-US"/>
          </a:p>
        </p:txBody>
      </p:sp>
      <p:sp>
        <p:nvSpPr>
          <p:cNvPr id="20" name="Col1"/>
          <p:cNvSpPr txBox="1"/>
          <p:nvPr/>
        </p:nvSpPr>
        <p:spPr>
          <a:xfrm>
            <a:off x="504031" y="1660000"/>
            <a:ext cx="4300000" cy="310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100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Weights &amp; Biases  </a:t>
            </a: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—  the learnable parameters the network tunes during training.</a:t>
            </a:r>
          </a:p>
          <a:p>
            <a:pPr marL="0" indent="0">
              <a:spcBef>
                <a:spcPts val="0"/>
              </a:spcBef>
              <a:spcAft>
                <a:spcPts val="100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Activation Functions  </a:t>
            </a: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—  ReLU, sigmoid, and tanh add non-linearity.</a:t>
            </a:r>
          </a:p>
          <a:p>
            <a:pPr marL="0" indent="0">
              <a:spcBef>
                <a:spcPts val="0"/>
              </a:spcBef>
              <a:spcAft>
                <a:spcPts val="100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Forward Propagation  </a:t>
            </a: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—  inputs flow layer by layer to an output.</a:t>
            </a:r>
          </a:p>
        </p:txBody>
      </p:sp>
      <p:sp>
        <p:nvSpPr>
          <p:cNvPr id="21" name="Col2"/>
          <p:cNvSpPr txBox="1"/>
          <p:nvPr/>
        </p:nvSpPr>
        <p:spPr>
          <a:xfrm>
            <a:off x="5276531" y="1660000"/>
            <a:ext cx="4300000" cy="310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100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Dense Layers  </a:t>
            </a: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—  fully-connected layers where every unit sees every input.</a:t>
            </a:r>
          </a:p>
          <a:p>
            <a:pPr marL="0" indent="0">
              <a:spcBef>
                <a:spcPts val="0"/>
              </a:spcBef>
              <a:spcAft>
                <a:spcPts val="100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Softmax  </a:t>
            </a: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—  turns final scores into class probabilities.</a:t>
            </a:r>
          </a:p>
          <a:p>
            <a:pPr marL="0" indent="0">
              <a:spcBef>
                <a:spcPts val="0"/>
              </a:spcBef>
              <a:spcAft>
                <a:spcPts val="100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Universal Approximation  </a:t>
            </a: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—  enough units can model almost any function.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Background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380" y="0"/>
            <a:ext cx="10078245" cy="5580063"/>
          </a:xfrm>
          <a:prstGeom prst="rect">
            <a:avLst/>
          </a:prstGeom>
        </p:spPr>
      </p:pic>
      <p:sp>
        <p:nvSpPr>
          <p:cNvPr id="10" name="Eyebrow"/>
          <p:cNvSpPr txBox="1"/>
          <p:nvPr/>
        </p:nvSpPr>
        <p:spPr>
          <a:xfrm>
            <a:off x="514031" y="330000"/>
            <a:ext cx="9000000" cy="32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 fontScale="77500" lnSpcReduction="20000"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400" b="1">
                <a:solidFill>
                  <a:srgbClr val="1398AB"/>
                </a:solidFill>
                <a:latin typeface="Arial" panose="020B0604020202020204" pitchFamily="34" charset="0"/>
              </a:rPr>
              <a:t>MODULE 02 — EXAMPLE</a:t>
            </a:r>
          </a:p>
        </p:txBody>
      </p:sp>
      <p:sp>
        <p:nvSpPr>
          <p:cNvPr id="11" name="Heading"/>
          <p:cNvSpPr txBox="1"/>
          <p:nvPr/>
        </p:nvSpPr>
        <p:spPr>
          <a:xfrm>
            <a:off x="504031" y="630000"/>
            <a:ext cx="9072563" cy="85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2800" b="1">
                <a:solidFill>
                  <a:srgbClr val="333333"/>
                </a:solidFill>
                <a:latin typeface="Arial" panose="020B0604020202020204" pitchFamily="34" charset="0"/>
              </a:rPr>
              <a:t>Neural Network Foundations</a:t>
            </a:r>
          </a:p>
        </p:txBody>
      </p:sp>
      <p:sp>
        <p:nvSpPr>
          <p:cNvPr id="12" name="Rule"/>
          <p:cNvSpPr/>
          <p:nvPr/>
        </p:nvSpPr>
        <p:spPr>
          <a:xfrm>
            <a:off x="514031" y="1470000"/>
            <a:ext cx="1500000" cy="55000"/>
          </a:xfrm>
          <a:prstGeom prst="rect">
            <a:avLst/>
          </a:prstGeom>
          <a:solidFill>
            <a:srgbClr val="1398AB"/>
          </a:solidFill>
        </p:spPr>
        <p:txBody>
          <a:bodyPr wrap="square" lIns="137160" tIns="91440" rIns="137160" bIns="91440" rtlCol="0">
            <a:normAutofit fontScale="25000" lnSpcReduction="20000"/>
          </a:bodyPr>
          <a:lstStyle/>
          <a:p>
            <a:endParaRPr lang="en-US"/>
          </a:p>
        </p:txBody>
      </p:sp>
      <p:sp>
        <p:nvSpPr>
          <p:cNvPr id="13" name="Scenario"/>
          <p:cNvSpPr/>
          <p:nvPr/>
        </p:nvSpPr>
        <p:spPr>
          <a:xfrm>
            <a:off x="504031" y="1640000"/>
            <a:ext cx="9072563" cy="940000"/>
          </a:xfrm>
          <a:prstGeom prst="roundRect">
            <a:avLst/>
          </a:prstGeom>
          <a:solidFill>
            <a:srgbClr val="EAF5F7"/>
          </a:solidFill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500"/>
              </a:spcAft>
            </a:pPr>
            <a:r>
              <a:rPr lang="en-US" sz="1500" b="1">
                <a:solidFill>
                  <a:srgbClr val="1398AB"/>
                </a:solidFill>
                <a:latin typeface="Arial" panose="020B0604020202020204" pitchFamily="34" charset="0"/>
              </a:rPr>
              <a:t>Scenario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Predict whether a bank customer will churn next month.</a:t>
            </a:r>
          </a:p>
        </p:txBody>
      </p:sp>
      <p:sp>
        <p:nvSpPr>
          <p:cNvPr id="20" name="Step1"/>
          <p:cNvSpPr/>
          <p:nvPr/>
        </p:nvSpPr>
        <p:spPr>
          <a:xfrm>
            <a:off x="504031" y="2740000"/>
            <a:ext cx="2790854" cy="1980000"/>
          </a:xfrm>
          <a:prstGeom prst="roundRect">
            <a:avLst/>
          </a:prstGeom>
          <a:solidFill>
            <a:srgbClr val="EAF5F7"/>
          </a:solidFill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500"/>
              </a:spcAft>
            </a:pPr>
            <a:r>
              <a:rPr lang="en-US" sz="1450" b="1">
                <a:solidFill>
                  <a:srgbClr val="1398AB"/>
                </a:solidFill>
                <a:latin typeface="Arial" panose="020B0604020202020204" pitchFamily="34" charset="0"/>
              </a:rPr>
              <a:t>The Data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Customer features like tenure, balance, and activity.</a:t>
            </a:r>
          </a:p>
        </p:txBody>
      </p:sp>
      <p:sp>
        <p:nvSpPr>
          <p:cNvPr id="21" name="Step2"/>
          <p:cNvSpPr/>
          <p:nvPr/>
        </p:nvSpPr>
        <p:spPr>
          <a:xfrm>
            <a:off x="3644885" y="2740000"/>
            <a:ext cx="2790854" cy="1980000"/>
          </a:xfrm>
          <a:prstGeom prst="roundRect">
            <a:avLst/>
          </a:prstGeom>
          <a:solidFill>
            <a:srgbClr val="EAF5F7"/>
          </a:solidFill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500"/>
              </a:spcAft>
            </a:pPr>
            <a:r>
              <a:rPr lang="en-US" sz="1450" b="1">
                <a:solidFill>
                  <a:srgbClr val="1398AB"/>
                </a:solidFill>
                <a:latin typeface="Arial" panose="020B0604020202020204" pitchFamily="34" charset="0"/>
              </a:rPr>
              <a:t>The Approach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A small feed-forward network with ReLU hidden layers.</a:t>
            </a:r>
          </a:p>
        </p:txBody>
      </p:sp>
      <p:sp>
        <p:nvSpPr>
          <p:cNvPr id="22" name="Step3"/>
          <p:cNvSpPr/>
          <p:nvPr/>
        </p:nvSpPr>
        <p:spPr>
          <a:xfrm>
            <a:off x="6785739" y="2740000"/>
            <a:ext cx="2790854" cy="1980000"/>
          </a:xfrm>
          <a:prstGeom prst="roundRect">
            <a:avLst/>
          </a:prstGeom>
          <a:solidFill>
            <a:srgbClr val="EAF5F7"/>
          </a:solidFill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500"/>
              </a:spcAft>
            </a:pPr>
            <a:r>
              <a:rPr lang="en-US" sz="1450" b="1">
                <a:solidFill>
                  <a:srgbClr val="1398AB"/>
                </a:solidFill>
                <a:latin typeface="Arial" panose="020B0604020202020204" pitchFamily="34" charset="0"/>
              </a:rPr>
              <a:t>The Result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A churn probability the bank can act 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Background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380" y="0"/>
            <a:ext cx="10078245" cy="5580063"/>
          </a:xfrm>
          <a:prstGeom prst="rect">
            <a:avLst/>
          </a:prstGeom>
        </p:spPr>
      </p:pic>
      <p:sp>
        <p:nvSpPr>
          <p:cNvPr id="10" name="Eyebrow"/>
          <p:cNvSpPr txBox="1"/>
          <p:nvPr/>
        </p:nvSpPr>
        <p:spPr>
          <a:xfrm>
            <a:off x="514031" y="330000"/>
            <a:ext cx="9000000" cy="32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 fontScale="77500" lnSpcReduction="20000"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400" b="1">
                <a:solidFill>
                  <a:srgbClr val="1398AB"/>
                </a:solidFill>
                <a:latin typeface="Arial" panose="020B0604020202020204" pitchFamily="34" charset="0"/>
              </a:rPr>
              <a:t>MODULE 02 — QUIZ</a:t>
            </a:r>
          </a:p>
        </p:txBody>
      </p:sp>
      <p:sp>
        <p:nvSpPr>
          <p:cNvPr id="11" name="Heading"/>
          <p:cNvSpPr txBox="1"/>
          <p:nvPr/>
        </p:nvSpPr>
        <p:spPr>
          <a:xfrm>
            <a:off x="504031" y="630000"/>
            <a:ext cx="9072563" cy="85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2800" b="1">
                <a:solidFill>
                  <a:srgbClr val="333333"/>
                </a:solidFill>
                <a:latin typeface="Arial" panose="020B0604020202020204" pitchFamily="34" charset="0"/>
              </a:rPr>
              <a:t>Neural Network Foundations</a:t>
            </a:r>
          </a:p>
        </p:txBody>
      </p:sp>
      <p:sp>
        <p:nvSpPr>
          <p:cNvPr id="12" name="Rule"/>
          <p:cNvSpPr/>
          <p:nvPr/>
        </p:nvSpPr>
        <p:spPr>
          <a:xfrm>
            <a:off x="514031" y="1470000"/>
            <a:ext cx="1500000" cy="55000"/>
          </a:xfrm>
          <a:prstGeom prst="rect">
            <a:avLst/>
          </a:prstGeom>
          <a:solidFill>
            <a:srgbClr val="1398AB"/>
          </a:solidFill>
        </p:spPr>
        <p:txBody>
          <a:bodyPr wrap="square" lIns="137160" tIns="91440" rIns="137160" bIns="91440" rtlCol="0">
            <a:normAutofit fontScale="25000" lnSpcReduction="20000"/>
          </a:bodyPr>
          <a:lstStyle/>
          <a:p>
            <a:endParaRPr lang="en-US"/>
          </a:p>
        </p:txBody>
      </p:sp>
      <p:sp>
        <p:nvSpPr>
          <p:cNvPr id="20" name="Q1"/>
          <p:cNvSpPr txBox="1"/>
          <p:nvPr/>
        </p:nvSpPr>
        <p:spPr>
          <a:xfrm>
            <a:off x="504031" y="1600000"/>
            <a:ext cx="9072563" cy="113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300"/>
              </a:spcAft>
            </a:pPr>
            <a:r>
              <a:rPr lang="en-US" sz="1400" b="1">
                <a:solidFill>
                  <a:srgbClr val="1398AB"/>
                </a:solidFill>
                <a:latin typeface="Arial" panose="020B0604020202020204" pitchFamily="34" charset="0"/>
              </a:rPr>
              <a:t>Q1.  </a:t>
            </a:r>
            <a:r>
              <a:rPr lang="en-US" sz="1400" b="1">
                <a:solidFill>
                  <a:srgbClr val="333333"/>
                </a:solidFill>
                <a:latin typeface="Arial" panose="020B0604020202020204" pitchFamily="34" charset="0"/>
              </a:rPr>
              <a:t>A single neuron computes…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A) A weighted sum plus a bias, then an activation    B) Only a random number    C) The file name</a:t>
            </a:r>
          </a:p>
        </p:txBody>
      </p:sp>
      <p:sp>
        <p:nvSpPr>
          <p:cNvPr id="21" name="Q2"/>
          <p:cNvSpPr txBox="1"/>
          <p:nvPr/>
        </p:nvSpPr>
        <p:spPr>
          <a:xfrm>
            <a:off x="504031" y="2730000"/>
            <a:ext cx="9072563" cy="113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300"/>
              </a:spcAft>
            </a:pPr>
            <a:r>
              <a:rPr lang="en-US" sz="1400" b="1">
                <a:solidFill>
                  <a:srgbClr val="1398AB"/>
                </a:solidFill>
                <a:latin typeface="Arial" panose="020B0604020202020204" pitchFamily="34" charset="0"/>
              </a:rPr>
              <a:t>Q2.  </a:t>
            </a:r>
            <a:r>
              <a:rPr lang="en-US" sz="1400" b="1">
                <a:solidFill>
                  <a:srgbClr val="333333"/>
                </a:solidFill>
                <a:latin typeface="Arial" panose="020B0604020202020204" pitchFamily="34" charset="0"/>
              </a:rPr>
              <a:t>Activation functions are used to…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A) Slow training down    B) Add non-linearity    C) Delete weights</a:t>
            </a:r>
          </a:p>
        </p:txBody>
      </p:sp>
      <p:sp>
        <p:nvSpPr>
          <p:cNvPr id="22" name="Q3"/>
          <p:cNvSpPr txBox="1"/>
          <p:nvPr/>
        </p:nvSpPr>
        <p:spPr>
          <a:xfrm>
            <a:off x="504031" y="3860000"/>
            <a:ext cx="9072563" cy="113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300"/>
              </a:spcAft>
            </a:pPr>
            <a:r>
              <a:rPr lang="en-US" sz="1400" b="1">
                <a:solidFill>
                  <a:srgbClr val="1398AB"/>
                </a:solidFill>
                <a:latin typeface="Arial" panose="020B0604020202020204" pitchFamily="34" charset="0"/>
              </a:rPr>
              <a:t>Q3.  </a:t>
            </a:r>
            <a:r>
              <a:rPr lang="en-US" sz="1400" b="1">
                <a:solidFill>
                  <a:srgbClr val="333333"/>
                </a:solidFill>
                <a:latin typeface="Arial" panose="020B0604020202020204" pitchFamily="34" charset="0"/>
              </a:rPr>
              <a:t>Softmax is typically used to…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A) Produce class probabilities    B) Load data    C) Shuffle images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Background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380" y="0"/>
            <a:ext cx="10078245" cy="5580063"/>
          </a:xfrm>
          <a:prstGeom prst="rect">
            <a:avLst/>
          </a:prstGeom>
        </p:spPr>
      </p:pic>
      <p:sp>
        <p:nvSpPr>
          <p:cNvPr id="10" name="Eyebrow"/>
          <p:cNvSpPr txBox="1"/>
          <p:nvPr/>
        </p:nvSpPr>
        <p:spPr>
          <a:xfrm>
            <a:off x="514031" y="330000"/>
            <a:ext cx="9000000" cy="32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 fontScale="77500" lnSpcReduction="20000"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400" b="1">
                <a:solidFill>
                  <a:srgbClr val="1398AB"/>
                </a:solidFill>
                <a:latin typeface="Arial" panose="020B0604020202020204" pitchFamily="34" charset="0"/>
              </a:rPr>
              <a:t>MODULE 03 — OVERVIEW</a:t>
            </a:r>
          </a:p>
        </p:txBody>
      </p:sp>
      <p:sp>
        <p:nvSpPr>
          <p:cNvPr id="11" name="Heading"/>
          <p:cNvSpPr txBox="1"/>
          <p:nvPr/>
        </p:nvSpPr>
        <p:spPr>
          <a:xfrm>
            <a:off x="504031" y="630000"/>
            <a:ext cx="9072563" cy="85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2800" b="1">
                <a:solidFill>
                  <a:srgbClr val="333333"/>
                </a:solidFill>
                <a:latin typeface="Arial" panose="020B0604020202020204" pitchFamily="34" charset="0"/>
              </a:rPr>
              <a:t>Training Neural Networks</a:t>
            </a:r>
          </a:p>
        </p:txBody>
      </p:sp>
      <p:sp>
        <p:nvSpPr>
          <p:cNvPr id="12" name="Rule"/>
          <p:cNvSpPr/>
          <p:nvPr/>
        </p:nvSpPr>
        <p:spPr>
          <a:xfrm>
            <a:off x="514031" y="1470000"/>
            <a:ext cx="1500000" cy="55000"/>
          </a:xfrm>
          <a:prstGeom prst="rect">
            <a:avLst/>
          </a:prstGeom>
          <a:solidFill>
            <a:srgbClr val="1398AB"/>
          </a:solidFill>
        </p:spPr>
        <p:txBody>
          <a:bodyPr wrap="square" lIns="137160" tIns="91440" rIns="137160" bIns="91440" rtlCol="0">
            <a:normAutofit fontScale="25000" lnSpcReduction="20000"/>
          </a:bodyPr>
          <a:lstStyle/>
          <a:p>
            <a:endParaRPr lang="en-US"/>
          </a:p>
        </p:txBody>
      </p:sp>
      <p:sp>
        <p:nvSpPr>
          <p:cNvPr id="13" name="Intro"/>
          <p:cNvSpPr txBox="1"/>
          <p:nvPr/>
        </p:nvSpPr>
        <p:spPr>
          <a:xfrm>
            <a:off x="504031" y="1640000"/>
            <a:ext cx="9072563" cy="70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500">
                <a:solidFill>
                  <a:srgbClr val="333333"/>
                </a:solidFill>
                <a:latin typeface="Arial" panose="020B0604020202020204" pitchFamily="34" charset="0"/>
              </a:rPr>
              <a:t>Training means adjusting millions of weights so predictions match the truth. Backpropagation computes gradients, and an optimizer uses them to step the weights toward a lower loss.</a:t>
            </a:r>
          </a:p>
        </p:txBody>
      </p:sp>
      <p:sp>
        <p:nvSpPr>
          <p:cNvPr id="20" name="Card1"/>
          <p:cNvSpPr/>
          <p:nvPr/>
        </p:nvSpPr>
        <p:spPr>
          <a:xfrm>
            <a:off x="504031" y="2480000"/>
            <a:ext cx="2790854" cy="1720000"/>
          </a:xfrm>
          <a:prstGeom prst="roundRect">
            <a:avLst/>
          </a:prstGeom>
          <a:solidFill>
            <a:srgbClr val="EAF5F7"/>
          </a:solidFill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600"/>
              </a:spcAft>
            </a:pPr>
            <a:r>
              <a:rPr lang="en-US" sz="1600" b="1">
                <a:solidFill>
                  <a:srgbClr val="1398AB"/>
                </a:solidFill>
                <a:latin typeface="Arial" panose="020B0604020202020204" pitchFamily="34" charset="0"/>
              </a:rPr>
              <a:t>The Goal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Minimise a loss function that measures prediction error.</a:t>
            </a:r>
          </a:p>
        </p:txBody>
      </p:sp>
      <p:sp>
        <p:nvSpPr>
          <p:cNvPr id="21" name="Card2"/>
          <p:cNvSpPr/>
          <p:nvPr/>
        </p:nvSpPr>
        <p:spPr>
          <a:xfrm>
            <a:off x="3644885" y="2480000"/>
            <a:ext cx="2790854" cy="1720000"/>
          </a:xfrm>
          <a:prstGeom prst="roundRect">
            <a:avLst/>
          </a:prstGeom>
          <a:solidFill>
            <a:srgbClr val="EAF5F7"/>
          </a:solidFill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600"/>
              </a:spcAft>
            </a:pPr>
            <a:r>
              <a:rPr lang="en-US" sz="1600" b="1">
                <a:solidFill>
                  <a:srgbClr val="1398AB"/>
                </a:solidFill>
                <a:latin typeface="Arial" panose="020B0604020202020204" pitchFamily="34" charset="0"/>
              </a:rPr>
              <a:t>How It Learns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Backpropagation sends gradients back through every layer.</a:t>
            </a:r>
          </a:p>
        </p:txBody>
      </p:sp>
      <p:sp>
        <p:nvSpPr>
          <p:cNvPr id="22" name="Card3"/>
          <p:cNvSpPr/>
          <p:nvPr/>
        </p:nvSpPr>
        <p:spPr>
          <a:xfrm>
            <a:off x="6785739" y="2480000"/>
            <a:ext cx="2790854" cy="1720000"/>
          </a:xfrm>
          <a:prstGeom prst="roundRect">
            <a:avLst/>
          </a:prstGeom>
          <a:solidFill>
            <a:srgbClr val="EAF5F7"/>
          </a:solidFill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600"/>
              </a:spcAft>
            </a:pPr>
            <a:r>
              <a:rPr lang="en-US" sz="1600" b="1">
                <a:solidFill>
                  <a:srgbClr val="1398AB"/>
                </a:solidFill>
                <a:latin typeface="Arial" panose="020B0604020202020204" pitchFamily="34" charset="0"/>
              </a:rPr>
              <a:t>The Optimizer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Gradient descent updates the weights step by step.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Background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380" y="0"/>
            <a:ext cx="10078245" cy="5580063"/>
          </a:xfrm>
          <a:prstGeom prst="rect">
            <a:avLst/>
          </a:prstGeom>
        </p:spPr>
      </p:pic>
      <p:sp>
        <p:nvSpPr>
          <p:cNvPr id="10" name="Eyebrow"/>
          <p:cNvSpPr txBox="1"/>
          <p:nvPr/>
        </p:nvSpPr>
        <p:spPr>
          <a:xfrm>
            <a:off x="514031" y="330000"/>
            <a:ext cx="9000000" cy="32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 fontScale="77500" lnSpcReduction="20000"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400" b="1">
                <a:solidFill>
                  <a:srgbClr val="1398AB"/>
                </a:solidFill>
                <a:latin typeface="Arial" panose="020B0604020202020204" pitchFamily="34" charset="0"/>
              </a:rPr>
              <a:t>MODULE 03 — KEY CONCEPTS</a:t>
            </a:r>
          </a:p>
        </p:txBody>
      </p:sp>
      <p:sp>
        <p:nvSpPr>
          <p:cNvPr id="11" name="Heading"/>
          <p:cNvSpPr txBox="1"/>
          <p:nvPr/>
        </p:nvSpPr>
        <p:spPr>
          <a:xfrm>
            <a:off x="504031" y="630000"/>
            <a:ext cx="9072563" cy="85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2800" b="1">
                <a:solidFill>
                  <a:srgbClr val="333333"/>
                </a:solidFill>
                <a:latin typeface="Arial" panose="020B0604020202020204" pitchFamily="34" charset="0"/>
              </a:rPr>
              <a:t>Training Neural Networks</a:t>
            </a:r>
          </a:p>
        </p:txBody>
      </p:sp>
      <p:sp>
        <p:nvSpPr>
          <p:cNvPr id="12" name="Rule"/>
          <p:cNvSpPr/>
          <p:nvPr/>
        </p:nvSpPr>
        <p:spPr>
          <a:xfrm>
            <a:off x="514031" y="1470000"/>
            <a:ext cx="1500000" cy="55000"/>
          </a:xfrm>
          <a:prstGeom prst="rect">
            <a:avLst/>
          </a:prstGeom>
          <a:solidFill>
            <a:srgbClr val="1398AB"/>
          </a:solidFill>
        </p:spPr>
        <p:txBody>
          <a:bodyPr wrap="square" lIns="137160" tIns="91440" rIns="137160" bIns="91440" rtlCol="0">
            <a:normAutofit fontScale="25000" lnSpcReduction="20000"/>
          </a:bodyPr>
          <a:lstStyle/>
          <a:p>
            <a:endParaRPr lang="en-US"/>
          </a:p>
        </p:txBody>
      </p:sp>
      <p:sp>
        <p:nvSpPr>
          <p:cNvPr id="20" name="Col1"/>
          <p:cNvSpPr txBox="1"/>
          <p:nvPr/>
        </p:nvSpPr>
        <p:spPr>
          <a:xfrm>
            <a:off x="504031" y="1660000"/>
            <a:ext cx="4300000" cy="310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100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Loss Functions  </a:t>
            </a: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—  cross-entropy for classes, MSE for numbers.</a:t>
            </a:r>
          </a:p>
          <a:p>
            <a:pPr marL="0" indent="0">
              <a:spcBef>
                <a:spcPts val="0"/>
              </a:spcBef>
              <a:spcAft>
                <a:spcPts val="100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Backpropagation  </a:t>
            </a: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—  the chain rule computes each weight's gradient.</a:t>
            </a:r>
          </a:p>
          <a:p>
            <a:pPr marL="0" indent="0">
              <a:spcBef>
                <a:spcPts val="0"/>
              </a:spcBef>
              <a:spcAft>
                <a:spcPts val="100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Gradient Descent  </a:t>
            </a: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—  step weights downhill to reduce the loss.</a:t>
            </a:r>
          </a:p>
        </p:txBody>
      </p:sp>
      <p:sp>
        <p:nvSpPr>
          <p:cNvPr id="21" name="Col2"/>
          <p:cNvSpPr txBox="1"/>
          <p:nvPr/>
        </p:nvSpPr>
        <p:spPr>
          <a:xfrm>
            <a:off x="5276531" y="1660000"/>
            <a:ext cx="4300000" cy="310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100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Learning Rate  </a:t>
            </a: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—  the step size that controls how fast you learn.</a:t>
            </a:r>
          </a:p>
          <a:p>
            <a:pPr marL="0" indent="0">
              <a:spcBef>
                <a:spcPts val="0"/>
              </a:spcBef>
              <a:spcAft>
                <a:spcPts val="100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Optimizers  </a:t>
            </a: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—  SGD, Momentum, and Adam speed up convergence.</a:t>
            </a:r>
          </a:p>
          <a:p>
            <a:pPr marL="0" indent="0">
              <a:spcBef>
                <a:spcPts val="0"/>
              </a:spcBef>
              <a:spcAft>
                <a:spcPts val="100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Epochs &amp; Batches  </a:t>
            </a: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—  mini-batches update weights many times per pass.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Background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380" y="0"/>
            <a:ext cx="10078245" cy="5580063"/>
          </a:xfrm>
          <a:prstGeom prst="rect">
            <a:avLst/>
          </a:prstGeom>
        </p:spPr>
      </p:pic>
      <p:sp>
        <p:nvSpPr>
          <p:cNvPr id="10" name="Eyebrow"/>
          <p:cNvSpPr txBox="1"/>
          <p:nvPr/>
        </p:nvSpPr>
        <p:spPr>
          <a:xfrm>
            <a:off x="514031" y="330000"/>
            <a:ext cx="9000000" cy="32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 fontScale="77500" lnSpcReduction="20000"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400" b="1">
                <a:solidFill>
                  <a:srgbClr val="1398AB"/>
                </a:solidFill>
                <a:latin typeface="Arial" panose="020B0604020202020204" pitchFamily="34" charset="0"/>
              </a:rPr>
              <a:t>MODULE 03 — EXAMPLE</a:t>
            </a:r>
          </a:p>
        </p:txBody>
      </p:sp>
      <p:sp>
        <p:nvSpPr>
          <p:cNvPr id="11" name="Heading"/>
          <p:cNvSpPr txBox="1"/>
          <p:nvPr/>
        </p:nvSpPr>
        <p:spPr>
          <a:xfrm>
            <a:off x="504031" y="630000"/>
            <a:ext cx="9072563" cy="85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2800" b="1">
                <a:solidFill>
                  <a:srgbClr val="333333"/>
                </a:solidFill>
                <a:latin typeface="Arial" panose="020B0604020202020204" pitchFamily="34" charset="0"/>
              </a:rPr>
              <a:t>Training Neural Networks</a:t>
            </a:r>
          </a:p>
        </p:txBody>
      </p:sp>
      <p:sp>
        <p:nvSpPr>
          <p:cNvPr id="12" name="Rule"/>
          <p:cNvSpPr/>
          <p:nvPr/>
        </p:nvSpPr>
        <p:spPr>
          <a:xfrm>
            <a:off x="514031" y="1470000"/>
            <a:ext cx="1500000" cy="55000"/>
          </a:xfrm>
          <a:prstGeom prst="rect">
            <a:avLst/>
          </a:prstGeom>
          <a:solidFill>
            <a:srgbClr val="1398AB"/>
          </a:solidFill>
        </p:spPr>
        <p:txBody>
          <a:bodyPr wrap="square" lIns="137160" tIns="91440" rIns="137160" bIns="91440" rtlCol="0">
            <a:normAutofit fontScale="25000" lnSpcReduction="20000"/>
          </a:bodyPr>
          <a:lstStyle/>
          <a:p>
            <a:endParaRPr lang="en-US"/>
          </a:p>
        </p:txBody>
      </p:sp>
      <p:sp>
        <p:nvSpPr>
          <p:cNvPr id="13" name="Scenario"/>
          <p:cNvSpPr/>
          <p:nvPr/>
        </p:nvSpPr>
        <p:spPr>
          <a:xfrm>
            <a:off x="504031" y="1640000"/>
            <a:ext cx="9072563" cy="940000"/>
          </a:xfrm>
          <a:prstGeom prst="roundRect">
            <a:avLst/>
          </a:prstGeom>
          <a:solidFill>
            <a:srgbClr val="EAF5F7"/>
          </a:solidFill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500"/>
              </a:spcAft>
            </a:pPr>
            <a:r>
              <a:rPr lang="en-US" sz="1500" b="1">
                <a:solidFill>
                  <a:srgbClr val="1398AB"/>
                </a:solidFill>
                <a:latin typeface="Arial" panose="020B0604020202020204" pitchFamily="34" charset="0"/>
              </a:rPr>
              <a:t>Scenario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Train a network to recognise handwritten digits.</a:t>
            </a:r>
          </a:p>
        </p:txBody>
      </p:sp>
      <p:sp>
        <p:nvSpPr>
          <p:cNvPr id="20" name="Step1"/>
          <p:cNvSpPr/>
          <p:nvPr/>
        </p:nvSpPr>
        <p:spPr>
          <a:xfrm>
            <a:off x="504031" y="2740000"/>
            <a:ext cx="2790854" cy="1980000"/>
          </a:xfrm>
          <a:prstGeom prst="roundRect">
            <a:avLst/>
          </a:prstGeom>
          <a:solidFill>
            <a:srgbClr val="EAF5F7"/>
          </a:solidFill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500"/>
              </a:spcAft>
            </a:pPr>
            <a:r>
              <a:rPr lang="en-US" sz="1450" b="1">
                <a:solidFill>
                  <a:srgbClr val="1398AB"/>
                </a:solidFill>
                <a:latin typeface="Arial" panose="020B0604020202020204" pitchFamily="34" charset="0"/>
              </a:rPr>
              <a:t>The Data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The MNIST set of 70,000 labelled digit images.</a:t>
            </a:r>
          </a:p>
        </p:txBody>
      </p:sp>
      <p:sp>
        <p:nvSpPr>
          <p:cNvPr id="21" name="Step2"/>
          <p:cNvSpPr/>
          <p:nvPr/>
        </p:nvSpPr>
        <p:spPr>
          <a:xfrm>
            <a:off x="3644885" y="2740000"/>
            <a:ext cx="2790854" cy="1980000"/>
          </a:xfrm>
          <a:prstGeom prst="roundRect">
            <a:avLst/>
          </a:prstGeom>
          <a:solidFill>
            <a:srgbClr val="EAF5F7"/>
          </a:solidFill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500"/>
              </a:spcAft>
            </a:pPr>
            <a:r>
              <a:rPr lang="en-US" sz="1450" b="1">
                <a:solidFill>
                  <a:srgbClr val="1398AB"/>
                </a:solidFill>
                <a:latin typeface="Arial" panose="020B0604020202020204" pitchFamily="34" charset="0"/>
              </a:rPr>
              <a:t>The Approach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Cross-entropy loss with the Adam optimizer over several epochs.</a:t>
            </a:r>
          </a:p>
        </p:txBody>
      </p:sp>
      <p:sp>
        <p:nvSpPr>
          <p:cNvPr id="22" name="Step3"/>
          <p:cNvSpPr/>
          <p:nvPr/>
        </p:nvSpPr>
        <p:spPr>
          <a:xfrm>
            <a:off x="6785739" y="2740000"/>
            <a:ext cx="2790854" cy="1980000"/>
          </a:xfrm>
          <a:prstGeom prst="roundRect">
            <a:avLst/>
          </a:prstGeom>
          <a:solidFill>
            <a:srgbClr val="EAF5F7"/>
          </a:solidFill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500"/>
              </a:spcAft>
            </a:pPr>
            <a:r>
              <a:rPr lang="en-US" sz="1450" b="1">
                <a:solidFill>
                  <a:srgbClr val="1398AB"/>
                </a:solidFill>
                <a:latin typeface="Arial" panose="020B0604020202020204" pitchFamily="34" charset="0"/>
              </a:rPr>
              <a:t>The Result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Over 98% accuracy on unseen test digits.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Background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380" y="0"/>
            <a:ext cx="10078245" cy="5580063"/>
          </a:xfrm>
          <a:prstGeom prst="rect">
            <a:avLst/>
          </a:prstGeom>
        </p:spPr>
      </p:pic>
      <p:sp>
        <p:nvSpPr>
          <p:cNvPr id="10" name="Eyebrow"/>
          <p:cNvSpPr txBox="1"/>
          <p:nvPr/>
        </p:nvSpPr>
        <p:spPr>
          <a:xfrm>
            <a:off x="514031" y="330000"/>
            <a:ext cx="9000000" cy="32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 fontScale="77500" lnSpcReduction="20000"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400" b="1">
                <a:solidFill>
                  <a:srgbClr val="1398AB"/>
                </a:solidFill>
                <a:latin typeface="Arial" panose="020B0604020202020204" pitchFamily="34" charset="0"/>
              </a:rPr>
              <a:t>MODULE 03 — QUIZ</a:t>
            </a:r>
          </a:p>
        </p:txBody>
      </p:sp>
      <p:sp>
        <p:nvSpPr>
          <p:cNvPr id="11" name="Heading"/>
          <p:cNvSpPr txBox="1"/>
          <p:nvPr/>
        </p:nvSpPr>
        <p:spPr>
          <a:xfrm>
            <a:off x="504031" y="630000"/>
            <a:ext cx="9072563" cy="85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2800" b="1">
                <a:solidFill>
                  <a:srgbClr val="333333"/>
                </a:solidFill>
                <a:latin typeface="Arial" panose="020B0604020202020204" pitchFamily="34" charset="0"/>
              </a:rPr>
              <a:t>Training Neural Networks</a:t>
            </a:r>
          </a:p>
        </p:txBody>
      </p:sp>
      <p:sp>
        <p:nvSpPr>
          <p:cNvPr id="12" name="Rule"/>
          <p:cNvSpPr/>
          <p:nvPr/>
        </p:nvSpPr>
        <p:spPr>
          <a:xfrm>
            <a:off x="514031" y="1470000"/>
            <a:ext cx="1500000" cy="55000"/>
          </a:xfrm>
          <a:prstGeom prst="rect">
            <a:avLst/>
          </a:prstGeom>
          <a:solidFill>
            <a:srgbClr val="1398AB"/>
          </a:solidFill>
        </p:spPr>
        <p:txBody>
          <a:bodyPr wrap="square" lIns="137160" tIns="91440" rIns="137160" bIns="91440" rtlCol="0">
            <a:normAutofit fontScale="25000" lnSpcReduction="20000"/>
          </a:bodyPr>
          <a:lstStyle/>
          <a:p>
            <a:endParaRPr lang="en-US"/>
          </a:p>
        </p:txBody>
      </p:sp>
      <p:sp>
        <p:nvSpPr>
          <p:cNvPr id="20" name="Q1"/>
          <p:cNvSpPr txBox="1"/>
          <p:nvPr/>
        </p:nvSpPr>
        <p:spPr>
          <a:xfrm>
            <a:off x="504031" y="1600000"/>
            <a:ext cx="9072563" cy="113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300"/>
              </a:spcAft>
            </a:pPr>
            <a:r>
              <a:rPr lang="en-US" sz="1400" b="1">
                <a:solidFill>
                  <a:srgbClr val="1398AB"/>
                </a:solidFill>
                <a:latin typeface="Arial" panose="020B0604020202020204" pitchFamily="34" charset="0"/>
              </a:rPr>
              <a:t>Q1.  </a:t>
            </a:r>
            <a:r>
              <a:rPr lang="en-US" sz="1400" b="1">
                <a:solidFill>
                  <a:srgbClr val="333333"/>
                </a:solidFill>
                <a:latin typeface="Arial" panose="020B0604020202020204" pitchFamily="34" charset="0"/>
              </a:rPr>
              <a:t>Backpropagation is used to…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A) Compute gradients for each weight    B) Draw charts    C) Store images</a:t>
            </a:r>
          </a:p>
        </p:txBody>
      </p:sp>
      <p:sp>
        <p:nvSpPr>
          <p:cNvPr id="21" name="Q2"/>
          <p:cNvSpPr txBox="1"/>
          <p:nvPr/>
        </p:nvSpPr>
        <p:spPr>
          <a:xfrm>
            <a:off x="504031" y="2730000"/>
            <a:ext cx="9072563" cy="113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300"/>
              </a:spcAft>
            </a:pPr>
            <a:r>
              <a:rPr lang="en-US" sz="1400" b="1">
                <a:solidFill>
                  <a:srgbClr val="1398AB"/>
                </a:solidFill>
                <a:latin typeface="Arial" panose="020B0604020202020204" pitchFamily="34" charset="0"/>
              </a:rPr>
              <a:t>Q2.  </a:t>
            </a:r>
            <a:r>
              <a:rPr lang="en-US" sz="1400" b="1">
                <a:solidFill>
                  <a:srgbClr val="333333"/>
                </a:solidFill>
                <a:latin typeface="Arial" panose="020B0604020202020204" pitchFamily="34" charset="0"/>
              </a:rPr>
              <a:t>The learning rate controls…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A) The size of each weight update    B) The number of classes    C) The image colour</a:t>
            </a:r>
          </a:p>
        </p:txBody>
      </p:sp>
      <p:sp>
        <p:nvSpPr>
          <p:cNvPr id="22" name="Q3"/>
          <p:cNvSpPr txBox="1"/>
          <p:nvPr/>
        </p:nvSpPr>
        <p:spPr>
          <a:xfrm>
            <a:off x="504031" y="3860000"/>
            <a:ext cx="9072563" cy="113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300"/>
              </a:spcAft>
            </a:pPr>
            <a:r>
              <a:rPr lang="en-US" sz="1400" b="1">
                <a:solidFill>
                  <a:srgbClr val="1398AB"/>
                </a:solidFill>
                <a:latin typeface="Arial" panose="020B0604020202020204" pitchFamily="34" charset="0"/>
              </a:rPr>
              <a:t>Q3.  </a:t>
            </a:r>
            <a:r>
              <a:rPr lang="en-US" sz="1400" b="1">
                <a:solidFill>
                  <a:srgbClr val="333333"/>
                </a:solidFill>
                <a:latin typeface="Arial" panose="020B0604020202020204" pitchFamily="34" charset="0"/>
              </a:rPr>
              <a:t>Adam is an example of a…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A) Loss function    B) Optimizer    C) Dataset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Background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380" y="0"/>
            <a:ext cx="10078245" cy="5580063"/>
          </a:xfrm>
          <a:prstGeom prst="rect">
            <a:avLst/>
          </a:prstGeom>
        </p:spPr>
      </p:pic>
      <p:sp>
        <p:nvSpPr>
          <p:cNvPr id="10" name="Eyebrow"/>
          <p:cNvSpPr txBox="1"/>
          <p:nvPr/>
        </p:nvSpPr>
        <p:spPr>
          <a:xfrm>
            <a:off x="514031" y="330000"/>
            <a:ext cx="9000000" cy="32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 fontScale="77500" lnSpcReduction="20000"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400" b="1">
                <a:solidFill>
                  <a:srgbClr val="1398AB"/>
                </a:solidFill>
                <a:latin typeface="Arial" panose="020B0604020202020204" pitchFamily="34" charset="0"/>
              </a:rPr>
              <a:t>MODULE 04 — OVERVIEW</a:t>
            </a:r>
          </a:p>
        </p:txBody>
      </p:sp>
      <p:sp>
        <p:nvSpPr>
          <p:cNvPr id="11" name="Heading"/>
          <p:cNvSpPr txBox="1"/>
          <p:nvPr/>
        </p:nvSpPr>
        <p:spPr>
          <a:xfrm>
            <a:off x="504031" y="630000"/>
            <a:ext cx="9072563" cy="85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2800" b="1">
                <a:solidFill>
                  <a:srgbClr val="333333"/>
                </a:solidFill>
                <a:latin typeface="Arial" panose="020B0604020202020204" pitchFamily="34" charset="0"/>
              </a:rPr>
              <a:t>Regularization &amp; Tuning</a:t>
            </a:r>
          </a:p>
        </p:txBody>
      </p:sp>
      <p:sp>
        <p:nvSpPr>
          <p:cNvPr id="12" name="Rule"/>
          <p:cNvSpPr/>
          <p:nvPr/>
        </p:nvSpPr>
        <p:spPr>
          <a:xfrm>
            <a:off x="514031" y="1470000"/>
            <a:ext cx="1500000" cy="55000"/>
          </a:xfrm>
          <a:prstGeom prst="rect">
            <a:avLst/>
          </a:prstGeom>
          <a:solidFill>
            <a:srgbClr val="1398AB"/>
          </a:solidFill>
        </p:spPr>
        <p:txBody>
          <a:bodyPr wrap="square" lIns="137160" tIns="91440" rIns="137160" bIns="91440" rtlCol="0">
            <a:normAutofit fontScale="25000" lnSpcReduction="20000"/>
          </a:bodyPr>
          <a:lstStyle/>
          <a:p>
            <a:endParaRPr lang="en-US"/>
          </a:p>
        </p:txBody>
      </p:sp>
      <p:sp>
        <p:nvSpPr>
          <p:cNvPr id="13" name="Intro"/>
          <p:cNvSpPr txBox="1"/>
          <p:nvPr/>
        </p:nvSpPr>
        <p:spPr>
          <a:xfrm>
            <a:off x="504031" y="1640000"/>
            <a:ext cx="9072563" cy="70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500">
                <a:solidFill>
                  <a:srgbClr val="333333"/>
                </a:solidFill>
                <a:latin typeface="Arial" panose="020B0604020202020204" pitchFamily="34" charset="0"/>
              </a:rPr>
              <a:t>Deep networks can memorise the training data instead of learning to generalise. Regularization and careful tuning keep them accurate on data they have never seen.</a:t>
            </a:r>
          </a:p>
        </p:txBody>
      </p:sp>
      <p:sp>
        <p:nvSpPr>
          <p:cNvPr id="20" name="Card1"/>
          <p:cNvSpPr/>
          <p:nvPr/>
        </p:nvSpPr>
        <p:spPr>
          <a:xfrm>
            <a:off x="504031" y="2480000"/>
            <a:ext cx="2790854" cy="1720000"/>
          </a:xfrm>
          <a:prstGeom prst="roundRect">
            <a:avLst/>
          </a:prstGeom>
          <a:solidFill>
            <a:srgbClr val="EAF5F7"/>
          </a:solidFill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600"/>
              </a:spcAft>
            </a:pPr>
            <a:r>
              <a:rPr lang="en-US" sz="1600" b="1">
                <a:solidFill>
                  <a:srgbClr val="1398AB"/>
                </a:solidFill>
                <a:latin typeface="Arial" panose="020B0604020202020204" pitchFamily="34" charset="0"/>
              </a:rPr>
              <a:t>The Problem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Overfitting — great on training data, poor on new data.</a:t>
            </a:r>
          </a:p>
        </p:txBody>
      </p:sp>
      <p:sp>
        <p:nvSpPr>
          <p:cNvPr id="21" name="Card2"/>
          <p:cNvSpPr/>
          <p:nvPr/>
        </p:nvSpPr>
        <p:spPr>
          <a:xfrm>
            <a:off x="3644885" y="2480000"/>
            <a:ext cx="2790854" cy="1720000"/>
          </a:xfrm>
          <a:prstGeom prst="roundRect">
            <a:avLst/>
          </a:prstGeom>
          <a:solidFill>
            <a:srgbClr val="EAF5F7"/>
          </a:solidFill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600"/>
              </a:spcAft>
            </a:pPr>
            <a:r>
              <a:rPr lang="en-US" sz="1600" b="1">
                <a:solidFill>
                  <a:srgbClr val="1398AB"/>
                </a:solidFill>
                <a:latin typeface="Arial" panose="020B0604020202020204" pitchFamily="34" charset="0"/>
              </a:rPr>
              <a:t>The Toolkit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Dropout, weight decay, and early stopping fight overfitting.</a:t>
            </a:r>
          </a:p>
        </p:txBody>
      </p:sp>
      <p:sp>
        <p:nvSpPr>
          <p:cNvPr id="22" name="Card3"/>
          <p:cNvSpPr/>
          <p:nvPr/>
        </p:nvSpPr>
        <p:spPr>
          <a:xfrm>
            <a:off x="6785739" y="2480000"/>
            <a:ext cx="2790854" cy="1720000"/>
          </a:xfrm>
          <a:prstGeom prst="roundRect">
            <a:avLst/>
          </a:prstGeom>
          <a:solidFill>
            <a:srgbClr val="EAF5F7"/>
          </a:solidFill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600"/>
              </a:spcAft>
            </a:pPr>
            <a:r>
              <a:rPr lang="en-US" sz="1600" b="1">
                <a:solidFill>
                  <a:srgbClr val="1398AB"/>
                </a:solidFill>
                <a:latin typeface="Arial" panose="020B0604020202020204" pitchFamily="34" charset="0"/>
              </a:rPr>
              <a:t>The Payoff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Models that stay reliable out in the real world.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Background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380" y="0"/>
            <a:ext cx="10078245" cy="5580063"/>
          </a:xfrm>
          <a:prstGeom prst="rect">
            <a:avLst/>
          </a:prstGeom>
        </p:spPr>
      </p:pic>
      <p:sp>
        <p:nvSpPr>
          <p:cNvPr id="10" name="Eyebrow"/>
          <p:cNvSpPr txBox="1"/>
          <p:nvPr/>
        </p:nvSpPr>
        <p:spPr>
          <a:xfrm>
            <a:off x="514031" y="330000"/>
            <a:ext cx="9000000" cy="32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 fontScale="77500" lnSpcReduction="20000"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400" b="1">
                <a:solidFill>
                  <a:srgbClr val="1398AB"/>
                </a:solidFill>
                <a:latin typeface="Arial" panose="020B0604020202020204" pitchFamily="34" charset="0"/>
              </a:rPr>
              <a:t>MODULE 04 — KEY CONCEPTS</a:t>
            </a:r>
          </a:p>
        </p:txBody>
      </p:sp>
      <p:sp>
        <p:nvSpPr>
          <p:cNvPr id="11" name="Heading"/>
          <p:cNvSpPr txBox="1"/>
          <p:nvPr/>
        </p:nvSpPr>
        <p:spPr>
          <a:xfrm>
            <a:off x="504031" y="630000"/>
            <a:ext cx="9072563" cy="85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2800" b="1">
                <a:solidFill>
                  <a:srgbClr val="333333"/>
                </a:solidFill>
                <a:latin typeface="Arial" panose="020B0604020202020204" pitchFamily="34" charset="0"/>
              </a:rPr>
              <a:t>Regularization &amp; Tuning</a:t>
            </a:r>
          </a:p>
        </p:txBody>
      </p:sp>
      <p:sp>
        <p:nvSpPr>
          <p:cNvPr id="12" name="Rule"/>
          <p:cNvSpPr/>
          <p:nvPr/>
        </p:nvSpPr>
        <p:spPr>
          <a:xfrm>
            <a:off x="514031" y="1470000"/>
            <a:ext cx="1500000" cy="55000"/>
          </a:xfrm>
          <a:prstGeom prst="rect">
            <a:avLst/>
          </a:prstGeom>
          <a:solidFill>
            <a:srgbClr val="1398AB"/>
          </a:solidFill>
        </p:spPr>
        <p:txBody>
          <a:bodyPr wrap="square" lIns="137160" tIns="91440" rIns="137160" bIns="91440" rtlCol="0">
            <a:normAutofit fontScale="25000" lnSpcReduction="20000"/>
          </a:bodyPr>
          <a:lstStyle/>
          <a:p>
            <a:endParaRPr lang="en-US"/>
          </a:p>
        </p:txBody>
      </p:sp>
      <p:sp>
        <p:nvSpPr>
          <p:cNvPr id="20" name="Col1"/>
          <p:cNvSpPr txBox="1"/>
          <p:nvPr/>
        </p:nvSpPr>
        <p:spPr>
          <a:xfrm>
            <a:off x="504031" y="1660000"/>
            <a:ext cx="4300000" cy="310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100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Overfitting  </a:t>
            </a: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—  the network memorises noise instead of the pattern.</a:t>
            </a:r>
          </a:p>
          <a:p>
            <a:pPr marL="0" indent="0">
              <a:spcBef>
                <a:spcPts val="0"/>
              </a:spcBef>
              <a:spcAft>
                <a:spcPts val="100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Dropout  </a:t>
            </a: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—  randomly drop units so no single one dominates.</a:t>
            </a:r>
          </a:p>
          <a:p>
            <a:pPr marL="0" indent="0">
              <a:spcBef>
                <a:spcPts val="0"/>
              </a:spcBef>
              <a:spcAft>
                <a:spcPts val="100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Batch Normalization  </a:t>
            </a: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—  stabilises and speeds up training.</a:t>
            </a:r>
          </a:p>
        </p:txBody>
      </p:sp>
      <p:sp>
        <p:nvSpPr>
          <p:cNvPr id="21" name="Col2"/>
          <p:cNvSpPr txBox="1"/>
          <p:nvPr/>
        </p:nvSpPr>
        <p:spPr>
          <a:xfrm>
            <a:off x="5276531" y="1660000"/>
            <a:ext cx="4300000" cy="310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100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Weight Decay  </a:t>
            </a: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—  penalise large weights to keep the model simple.</a:t>
            </a:r>
          </a:p>
          <a:p>
            <a:pPr marL="0" indent="0">
              <a:spcBef>
                <a:spcPts val="0"/>
              </a:spcBef>
              <a:spcAft>
                <a:spcPts val="100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Early Stopping  </a:t>
            </a: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—  stop when validation loss stops improving.</a:t>
            </a:r>
          </a:p>
          <a:p>
            <a:pPr marL="0" indent="0">
              <a:spcBef>
                <a:spcPts val="0"/>
              </a:spcBef>
              <a:spcAft>
                <a:spcPts val="100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Hyperparameter Tuning  </a:t>
            </a: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—  search rates, depth, and width for the best fit.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Background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380" y="0"/>
            <a:ext cx="10078245" cy="5580063"/>
          </a:xfrm>
          <a:prstGeom prst="rect">
            <a:avLst/>
          </a:prstGeom>
        </p:spPr>
      </p:pic>
      <p:sp>
        <p:nvSpPr>
          <p:cNvPr id="10" name="Eyebrow"/>
          <p:cNvSpPr txBox="1"/>
          <p:nvPr/>
        </p:nvSpPr>
        <p:spPr>
          <a:xfrm>
            <a:off x="514031" y="330000"/>
            <a:ext cx="9000000" cy="32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 fontScale="77500" lnSpcReduction="20000"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400" b="1">
                <a:solidFill>
                  <a:srgbClr val="1398AB"/>
                </a:solidFill>
                <a:latin typeface="Arial" panose="020B0604020202020204" pitchFamily="34" charset="0"/>
              </a:rPr>
              <a:t>MODULE 04 — EXAMPLE</a:t>
            </a:r>
          </a:p>
        </p:txBody>
      </p:sp>
      <p:sp>
        <p:nvSpPr>
          <p:cNvPr id="11" name="Heading"/>
          <p:cNvSpPr txBox="1"/>
          <p:nvPr/>
        </p:nvSpPr>
        <p:spPr>
          <a:xfrm>
            <a:off x="504031" y="630000"/>
            <a:ext cx="9072563" cy="85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2800" b="1">
                <a:solidFill>
                  <a:srgbClr val="333333"/>
                </a:solidFill>
                <a:latin typeface="Arial" panose="020B0604020202020204" pitchFamily="34" charset="0"/>
              </a:rPr>
              <a:t>Regularization &amp; Tuning</a:t>
            </a:r>
          </a:p>
        </p:txBody>
      </p:sp>
      <p:sp>
        <p:nvSpPr>
          <p:cNvPr id="12" name="Rule"/>
          <p:cNvSpPr/>
          <p:nvPr/>
        </p:nvSpPr>
        <p:spPr>
          <a:xfrm>
            <a:off x="514031" y="1470000"/>
            <a:ext cx="1500000" cy="55000"/>
          </a:xfrm>
          <a:prstGeom prst="rect">
            <a:avLst/>
          </a:prstGeom>
          <a:solidFill>
            <a:srgbClr val="1398AB"/>
          </a:solidFill>
        </p:spPr>
        <p:txBody>
          <a:bodyPr wrap="square" lIns="137160" tIns="91440" rIns="137160" bIns="91440" rtlCol="0">
            <a:normAutofit fontScale="25000" lnSpcReduction="20000"/>
          </a:bodyPr>
          <a:lstStyle/>
          <a:p>
            <a:endParaRPr lang="en-US"/>
          </a:p>
        </p:txBody>
      </p:sp>
      <p:sp>
        <p:nvSpPr>
          <p:cNvPr id="13" name="Scenario"/>
          <p:cNvSpPr/>
          <p:nvPr/>
        </p:nvSpPr>
        <p:spPr>
          <a:xfrm>
            <a:off x="504031" y="1640000"/>
            <a:ext cx="9072563" cy="940000"/>
          </a:xfrm>
          <a:prstGeom prst="roundRect">
            <a:avLst/>
          </a:prstGeom>
          <a:solidFill>
            <a:srgbClr val="EAF5F7"/>
          </a:solidFill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500"/>
              </a:spcAft>
            </a:pPr>
            <a:r>
              <a:rPr lang="en-US" sz="1500" b="1">
                <a:solidFill>
                  <a:srgbClr val="1398AB"/>
                </a:solidFill>
                <a:latin typeface="Arial" panose="020B0604020202020204" pitchFamily="34" charset="0"/>
              </a:rPr>
              <a:t>Scenario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An image model scores 99% on training but 70% on validation.</a:t>
            </a:r>
          </a:p>
        </p:txBody>
      </p:sp>
      <p:sp>
        <p:nvSpPr>
          <p:cNvPr id="20" name="Step1"/>
          <p:cNvSpPr/>
          <p:nvPr/>
        </p:nvSpPr>
        <p:spPr>
          <a:xfrm>
            <a:off x="504031" y="2740000"/>
            <a:ext cx="2790854" cy="1980000"/>
          </a:xfrm>
          <a:prstGeom prst="roundRect">
            <a:avLst/>
          </a:prstGeom>
          <a:solidFill>
            <a:srgbClr val="EAF5F7"/>
          </a:solidFill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500"/>
              </a:spcAft>
            </a:pPr>
            <a:r>
              <a:rPr lang="en-US" sz="1450" b="1">
                <a:solidFill>
                  <a:srgbClr val="1398AB"/>
                </a:solidFill>
                <a:latin typeface="Arial" panose="020B0604020202020204" pitchFamily="34" charset="0"/>
              </a:rPr>
              <a:t>The Data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A limited set of labelled images.</a:t>
            </a:r>
          </a:p>
        </p:txBody>
      </p:sp>
      <p:sp>
        <p:nvSpPr>
          <p:cNvPr id="21" name="Step2"/>
          <p:cNvSpPr/>
          <p:nvPr/>
        </p:nvSpPr>
        <p:spPr>
          <a:xfrm>
            <a:off x="3644885" y="2740000"/>
            <a:ext cx="2790854" cy="1980000"/>
          </a:xfrm>
          <a:prstGeom prst="roundRect">
            <a:avLst/>
          </a:prstGeom>
          <a:solidFill>
            <a:srgbClr val="EAF5F7"/>
          </a:solidFill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500"/>
              </a:spcAft>
            </a:pPr>
            <a:r>
              <a:rPr lang="en-US" sz="1450" b="1">
                <a:solidFill>
                  <a:srgbClr val="1398AB"/>
                </a:solidFill>
                <a:latin typeface="Arial" panose="020B0604020202020204" pitchFamily="34" charset="0"/>
              </a:rPr>
              <a:t>The Approach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Add dropout and data augmentation, then tune the learning rate.</a:t>
            </a:r>
          </a:p>
        </p:txBody>
      </p:sp>
      <p:sp>
        <p:nvSpPr>
          <p:cNvPr id="22" name="Step3"/>
          <p:cNvSpPr/>
          <p:nvPr/>
        </p:nvSpPr>
        <p:spPr>
          <a:xfrm>
            <a:off x="6785739" y="2740000"/>
            <a:ext cx="2790854" cy="1980000"/>
          </a:xfrm>
          <a:prstGeom prst="roundRect">
            <a:avLst/>
          </a:prstGeom>
          <a:solidFill>
            <a:srgbClr val="EAF5F7"/>
          </a:solidFill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500"/>
              </a:spcAft>
            </a:pPr>
            <a:r>
              <a:rPr lang="en-US" sz="1450" b="1">
                <a:solidFill>
                  <a:srgbClr val="1398AB"/>
                </a:solidFill>
                <a:latin typeface="Arial" panose="020B0604020202020204" pitchFamily="34" charset="0"/>
              </a:rPr>
              <a:t>The Result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Validation accuracy climbs and the gap closes.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Background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380" y="0"/>
            <a:ext cx="10078245" cy="5580063"/>
          </a:xfrm>
          <a:prstGeom prst="rect">
            <a:avLst/>
          </a:prstGeom>
        </p:spPr>
      </p:pic>
      <p:sp>
        <p:nvSpPr>
          <p:cNvPr id="10" name="Eyebrow"/>
          <p:cNvSpPr txBox="1"/>
          <p:nvPr/>
        </p:nvSpPr>
        <p:spPr>
          <a:xfrm>
            <a:off x="514031" y="330000"/>
            <a:ext cx="9000000" cy="32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 fontScale="77500" lnSpcReduction="20000"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400" b="1">
                <a:solidFill>
                  <a:srgbClr val="1398AB"/>
                </a:solidFill>
                <a:latin typeface="Arial" panose="020B0604020202020204" pitchFamily="34" charset="0"/>
              </a:rPr>
              <a:t>MODULE 04 — QUIZ</a:t>
            </a:r>
          </a:p>
        </p:txBody>
      </p:sp>
      <p:sp>
        <p:nvSpPr>
          <p:cNvPr id="11" name="Heading"/>
          <p:cNvSpPr txBox="1"/>
          <p:nvPr/>
        </p:nvSpPr>
        <p:spPr>
          <a:xfrm>
            <a:off x="504031" y="630000"/>
            <a:ext cx="9072563" cy="85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2800" b="1">
                <a:solidFill>
                  <a:srgbClr val="333333"/>
                </a:solidFill>
                <a:latin typeface="Arial" panose="020B0604020202020204" pitchFamily="34" charset="0"/>
              </a:rPr>
              <a:t>Regularization &amp; Tuning</a:t>
            </a:r>
          </a:p>
        </p:txBody>
      </p:sp>
      <p:sp>
        <p:nvSpPr>
          <p:cNvPr id="12" name="Rule"/>
          <p:cNvSpPr/>
          <p:nvPr/>
        </p:nvSpPr>
        <p:spPr>
          <a:xfrm>
            <a:off x="514031" y="1470000"/>
            <a:ext cx="1500000" cy="55000"/>
          </a:xfrm>
          <a:prstGeom prst="rect">
            <a:avLst/>
          </a:prstGeom>
          <a:solidFill>
            <a:srgbClr val="1398AB"/>
          </a:solidFill>
        </p:spPr>
        <p:txBody>
          <a:bodyPr wrap="square" lIns="137160" tIns="91440" rIns="137160" bIns="91440" rtlCol="0">
            <a:normAutofit fontScale="25000" lnSpcReduction="20000"/>
          </a:bodyPr>
          <a:lstStyle/>
          <a:p>
            <a:endParaRPr lang="en-US"/>
          </a:p>
        </p:txBody>
      </p:sp>
      <p:sp>
        <p:nvSpPr>
          <p:cNvPr id="20" name="Q1"/>
          <p:cNvSpPr txBox="1"/>
          <p:nvPr/>
        </p:nvSpPr>
        <p:spPr>
          <a:xfrm>
            <a:off x="504031" y="1600000"/>
            <a:ext cx="9072563" cy="113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300"/>
              </a:spcAft>
            </a:pPr>
            <a:r>
              <a:rPr lang="en-US" sz="1400" b="1">
                <a:solidFill>
                  <a:srgbClr val="1398AB"/>
                </a:solidFill>
                <a:latin typeface="Arial" panose="020B0604020202020204" pitchFamily="34" charset="0"/>
              </a:rPr>
              <a:t>Q1.  </a:t>
            </a:r>
            <a:r>
              <a:rPr lang="en-US" sz="1400" b="1">
                <a:solidFill>
                  <a:srgbClr val="333333"/>
                </a:solidFill>
                <a:latin typeface="Arial" panose="020B0604020202020204" pitchFamily="34" charset="0"/>
              </a:rPr>
              <a:t>Overfitting means a model…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A) Generalises well    B) Does well on training but poorly on new data    C) Has no weights</a:t>
            </a:r>
          </a:p>
        </p:txBody>
      </p:sp>
      <p:sp>
        <p:nvSpPr>
          <p:cNvPr id="21" name="Q2"/>
          <p:cNvSpPr txBox="1"/>
          <p:nvPr/>
        </p:nvSpPr>
        <p:spPr>
          <a:xfrm>
            <a:off x="504031" y="2730000"/>
            <a:ext cx="9072563" cy="113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300"/>
              </a:spcAft>
            </a:pPr>
            <a:r>
              <a:rPr lang="en-US" sz="1400" b="1">
                <a:solidFill>
                  <a:srgbClr val="1398AB"/>
                </a:solidFill>
                <a:latin typeface="Arial" panose="020B0604020202020204" pitchFamily="34" charset="0"/>
              </a:rPr>
              <a:t>Q2.  </a:t>
            </a:r>
            <a:r>
              <a:rPr lang="en-US" sz="1400" b="1">
                <a:solidFill>
                  <a:srgbClr val="333333"/>
                </a:solidFill>
                <a:latin typeface="Arial" panose="020B0604020202020204" pitchFamily="34" charset="0"/>
              </a:rPr>
              <a:t>Dropout works by…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A) Randomly deactivating units during training    B) Deleting the dataset    C) Adding layers only</a:t>
            </a:r>
          </a:p>
        </p:txBody>
      </p:sp>
      <p:sp>
        <p:nvSpPr>
          <p:cNvPr id="22" name="Q3"/>
          <p:cNvSpPr txBox="1"/>
          <p:nvPr/>
        </p:nvSpPr>
        <p:spPr>
          <a:xfrm>
            <a:off x="504031" y="3860000"/>
            <a:ext cx="9072563" cy="113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300"/>
              </a:spcAft>
            </a:pPr>
            <a:r>
              <a:rPr lang="en-US" sz="1400" b="1">
                <a:solidFill>
                  <a:srgbClr val="1398AB"/>
                </a:solidFill>
                <a:latin typeface="Arial" panose="020B0604020202020204" pitchFamily="34" charset="0"/>
              </a:rPr>
              <a:t>Q3.  </a:t>
            </a:r>
            <a:r>
              <a:rPr lang="en-US" sz="1400" b="1">
                <a:solidFill>
                  <a:srgbClr val="333333"/>
                </a:solidFill>
                <a:latin typeface="Arial" panose="020B0604020202020204" pitchFamily="34" charset="0"/>
              </a:rPr>
              <a:t>Early stopping halts training when…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A) The GPU is warm    B) Validation loss stops improving    C) The file is large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Background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380" y="0"/>
            <a:ext cx="10078245" cy="5580063"/>
          </a:xfrm>
          <a:prstGeom prst="rect">
            <a:avLst/>
          </a:prstGeom>
        </p:spPr>
      </p:pic>
      <p:sp>
        <p:nvSpPr>
          <p:cNvPr id="10" name="Eyebrow"/>
          <p:cNvSpPr txBox="1"/>
          <p:nvPr/>
        </p:nvSpPr>
        <p:spPr>
          <a:xfrm>
            <a:off x="514031" y="330000"/>
            <a:ext cx="9000000" cy="32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 fontScale="77500" lnSpcReduction="20000"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400" b="1">
                <a:solidFill>
                  <a:srgbClr val="1398AB"/>
                </a:solidFill>
                <a:latin typeface="Arial" panose="020B0604020202020204" pitchFamily="34" charset="0"/>
              </a:rPr>
              <a:t>MODULE 05 — OVERVIEW</a:t>
            </a:r>
          </a:p>
        </p:txBody>
      </p:sp>
      <p:sp>
        <p:nvSpPr>
          <p:cNvPr id="11" name="Heading"/>
          <p:cNvSpPr txBox="1"/>
          <p:nvPr/>
        </p:nvSpPr>
        <p:spPr>
          <a:xfrm>
            <a:off x="504031" y="630000"/>
            <a:ext cx="9072563" cy="85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2800" b="1">
                <a:solidFill>
                  <a:srgbClr val="333333"/>
                </a:solidFill>
                <a:latin typeface="Arial" panose="020B0604020202020204" pitchFamily="34" charset="0"/>
              </a:rPr>
              <a:t>Convolutional Neural Networks</a:t>
            </a:r>
          </a:p>
        </p:txBody>
      </p:sp>
      <p:sp>
        <p:nvSpPr>
          <p:cNvPr id="12" name="Rule"/>
          <p:cNvSpPr/>
          <p:nvPr/>
        </p:nvSpPr>
        <p:spPr>
          <a:xfrm>
            <a:off x="514031" y="1470000"/>
            <a:ext cx="1500000" cy="55000"/>
          </a:xfrm>
          <a:prstGeom prst="rect">
            <a:avLst/>
          </a:prstGeom>
          <a:solidFill>
            <a:srgbClr val="1398AB"/>
          </a:solidFill>
        </p:spPr>
        <p:txBody>
          <a:bodyPr wrap="square" lIns="137160" tIns="91440" rIns="137160" bIns="91440" rtlCol="0">
            <a:normAutofit fontScale="25000" lnSpcReduction="20000"/>
          </a:bodyPr>
          <a:lstStyle/>
          <a:p>
            <a:endParaRPr lang="en-US"/>
          </a:p>
        </p:txBody>
      </p:sp>
      <p:sp>
        <p:nvSpPr>
          <p:cNvPr id="13" name="Intro"/>
          <p:cNvSpPr txBox="1"/>
          <p:nvPr/>
        </p:nvSpPr>
        <p:spPr>
          <a:xfrm>
            <a:off x="504031" y="1640000"/>
            <a:ext cx="9072563" cy="70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500">
                <a:solidFill>
                  <a:srgbClr val="333333"/>
                </a:solidFill>
                <a:latin typeface="Arial" panose="020B0604020202020204" pitchFamily="34" charset="0"/>
              </a:rPr>
              <a:t>CNNs are the workhorse of computer vision. Convolutional filters slide across an image to detect features, building from simple edges up to whole objects.</a:t>
            </a:r>
          </a:p>
        </p:txBody>
      </p:sp>
      <p:sp>
        <p:nvSpPr>
          <p:cNvPr id="20" name="Card1"/>
          <p:cNvSpPr/>
          <p:nvPr/>
        </p:nvSpPr>
        <p:spPr>
          <a:xfrm>
            <a:off x="504031" y="2480000"/>
            <a:ext cx="2790854" cy="1720000"/>
          </a:xfrm>
          <a:prstGeom prst="roundRect">
            <a:avLst/>
          </a:prstGeom>
          <a:solidFill>
            <a:srgbClr val="EAF5F7"/>
          </a:solidFill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600"/>
              </a:spcAft>
            </a:pPr>
            <a:r>
              <a:rPr lang="en-US" sz="1600" b="1">
                <a:solidFill>
                  <a:srgbClr val="1398AB"/>
                </a:solidFill>
                <a:latin typeface="Arial" panose="020B0604020202020204" pitchFamily="34" charset="0"/>
              </a:rPr>
              <a:t>What It Is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Networks that use convolution filters to read images.</a:t>
            </a:r>
          </a:p>
        </p:txBody>
      </p:sp>
      <p:sp>
        <p:nvSpPr>
          <p:cNvPr id="21" name="Card2"/>
          <p:cNvSpPr/>
          <p:nvPr/>
        </p:nvSpPr>
        <p:spPr>
          <a:xfrm>
            <a:off x="3644885" y="2480000"/>
            <a:ext cx="2790854" cy="1720000"/>
          </a:xfrm>
          <a:prstGeom prst="roundRect">
            <a:avLst/>
          </a:prstGeom>
          <a:solidFill>
            <a:srgbClr val="EAF5F7"/>
          </a:solidFill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600"/>
              </a:spcAft>
            </a:pPr>
            <a:r>
              <a:rPr lang="en-US" sz="1600" b="1">
                <a:solidFill>
                  <a:srgbClr val="1398AB"/>
                </a:solidFill>
                <a:latin typeface="Arial" panose="020B0604020202020204" pitchFamily="34" charset="0"/>
              </a:rPr>
              <a:t>Why For Vision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They respect spatial structure and reuse weights efficiently.</a:t>
            </a:r>
          </a:p>
        </p:txBody>
      </p:sp>
      <p:sp>
        <p:nvSpPr>
          <p:cNvPr id="22" name="Card3"/>
          <p:cNvSpPr/>
          <p:nvPr/>
        </p:nvSpPr>
        <p:spPr>
          <a:xfrm>
            <a:off x="6785739" y="2480000"/>
            <a:ext cx="2790854" cy="1720000"/>
          </a:xfrm>
          <a:prstGeom prst="roundRect">
            <a:avLst/>
          </a:prstGeom>
          <a:solidFill>
            <a:srgbClr val="EAF5F7"/>
          </a:solidFill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600"/>
              </a:spcAft>
            </a:pPr>
            <a:r>
              <a:rPr lang="en-US" sz="1600" b="1">
                <a:solidFill>
                  <a:srgbClr val="1398AB"/>
                </a:solidFill>
                <a:latin typeface="Arial" panose="020B0604020202020204" pitchFamily="34" charset="0"/>
              </a:rPr>
              <a:t>How It Works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Stacked convolutions and pooling turn pixels into meaning.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Background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380" y="0"/>
            <a:ext cx="10078245" cy="5580063"/>
          </a:xfrm>
          <a:prstGeom prst="rect">
            <a:avLst/>
          </a:prstGeom>
        </p:spPr>
      </p:pic>
      <p:sp>
        <p:nvSpPr>
          <p:cNvPr id="10" name="Eyebrow"/>
          <p:cNvSpPr txBox="1"/>
          <p:nvPr/>
        </p:nvSpPr>
        <p:spPr>
          <a:xfrm>
            <a:off x="514031" y="330000"/>
            <a:ext cx="9000000" cy="32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 fontScale="77500" lnSpcReduction="20000"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400" b="1">
                <a:solidFill>
                  <a:srgbClr val="1398AB"/>
                </a:solidFill>
                <a:latin typeface="Arial" panose="020B0604020202020204" pitchFamily="34" charset="0"/>
              </a:rPr>
              <a:t>MODULE 05 — KEY CONCEPTS</a:t>
            </a:r>
          </a:p>
        </p:txBody>
      </p:sp>
      <p:sp>
        <p:nvSpPr>
          <p:cNvPr id="11" name="Heading"/>
          <p:cNvSpPr txBox="1"/>
          <p:nvPr/>
        </p:nvSpPr>
        <p:spPr>
          <a:xfrm>
            <a:off x="504031" y="630000"/>
            <a:ext cx="9072563" cy="85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2800" b="1">
                <a:solidFill>
                  <a:srgbClr val="333333"/>
                </a:solidFill>
                <a:latin typeface="Arial" panose="020B0604020202020204" pitchFamily="34" charset="0"/>
              </a:rPr>
              <a:t>Convolutional Neural Networks</a:t>
            </a:r>
          </a:p>
        </p:txBody>
      </p:sp>
      <p:sp>
        <p:nvSpPr>
          <p:cNvPr id="12" name="Rule"/>
          <p:cNvSpPr/>
          <p:nvPr/>
        </p:nvSpPr>
        <p:spPr>
          <a:xfrm>
            <a:off x="514031" y="1470000"/>
            <a:ext cx="1500000" cy="55000"/>
          </a:xfrm>
          <a:prstGeom prst="rect">
            <a:avLst/>
          </a:prstGeom>
          <a:solidFill>
            <a:srgbClr val="1398AB"/>
          </a:solidFill>
        </p:spPr>
        <p:txBody>
          <a:bodyPr wrap="square" lIns="137160" tIns="91440" rIns="137160" bIns="91440" rtlCol="0">
            <a:normAutofit fontScale="25000" lnSpcReduction="20000"/>
          </a:bodyPr>
          <a:lstStyle/>
          <a:p>
            <a:endParaRPr lang="en-US"/>
          </a:p>
        </p:txBody>
      </p:sp>
      <p:sp>
        <p:nvSpPr>
          <p:cNvPr id="20" name="Col1"/>
          <p:cNvSpPr txBox="1"/>
          <p:nvPr/>
        </p:nvSpPr>
        <p:spPr>
          <a:xfrm>
            <a:off x="504031" y="1660000"/>
            <a:ext cx="4300000" cy="310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100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Convolution  </a:t>
            </a: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—  a small filter slides across the image to detect features.</a:t>
            </a:r>
          </a:p>
          <a:p>
            <a:pPr marL="0" indent="0">
              <a:spcBef>
                <a:spcPts val="0"/>
              </a:spcBef>
              <a:spcAft>
                <a:spcPts val="100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Filters &amp; Kernels  </a:t>
            </a: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—  learnable windows that respond to edges and textures.</a:t>
            </a:r>
          </a:p>
          <a:p>
            <a:pPr marL="0" indent="0">
              <a:spcBef>
                <a:spcPts val="0"/>
              </a:spcBef>
              <a:spcAft>
                <a:spcPts val="100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Feature Maps  </a:t>
            </a: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—  the activations a filter produces across the image.</a:t>
            </a:r>
          </a:p>
        </p:txBody>
      </p:sp>
      <p:sp>
        <p:nvSpPr>
          <p:cNvPr id="21" name="Col2"/>
          <p:cNvSpPr txBox="1"/>
          <p:nvPr/>
        </p:nvSpPr>
        <p:spPr>
          <a:xfrm>
            <a:off x="5276531" y="1660000"/>
            <a:ext cx="4300000" cy="310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100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Pooling  </a:t>
            </a: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—  downsample to shrink size and add robustness.</a:t>
            </a:r>
          </a:p>
          <a:p>
            <a:pPr marL="0" indent="0">
              <a:spcBef>
                <a:spcPts val="0"/>
              </a:spcBef>
              <a:spcAft>
                <a:spcPts val="100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Stride &amp; Padding  </a:t>
            </a: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—  control how filters move and preserve borders.</a:t>
            </a:r>
          </a:p>
          <a:p>
            <a:pPr marL="0" indent="0">
              <a:spcBef>
                <a:spcPts val="0"/>
              </a:spcBef>
              <a:spcAft>
                <a:spcPts val="100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Parameter Sharing  </a:t>
            </a: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—  reuse the same filter everywhere for efficiency.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Background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380" y="0"/>
            <a:ext cx="10078245" cy="5580063"/>
          </a:xfrm>
          <a:prstGeom prst="rect">
            <a:avLst/>
          </a:prstGeom>
        </p:spPr>
      </p:pic>
      <p:sp>
        <p:nvSpPr>
          <p:cNvPr id="10" name="Eyebrow"/>
          <p:cNvSpPr txBox="1"/>
          <p:nvPr/>
        </p:nvSpPr>
        <p:spPr>
          <a:xfrm>
            <a:off x="514031" y="330000"/>
            <a:ext cx="9000000" cy="32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 fontScale="77500" lnSpcReduction="20000"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400" b="1">
                <a:solidFill>
                  <a:srgbClr val="1398AB"/>
                </a:solidFill>
                <a:latin typeface="Arial" panose="020B0604020202020204" pitchFamily="34" charset="0"/>
              </a:rPr>
              <a:t>MODULE 05 — EXAMPLE</a:t>
            </a:r>
          </a:p>
        </p:txBody>
      </p:sp>
      <p:sp>
        <p:nvSpPr>
          <p:cNvPr id="11" name="Heading"/>
          <p:cNvSpPr txBox="1"/>
          <p:nvPr/>
        </p:nvSpPr>
        <p:spPr>
          <a:xfrm>
            <a:off x="504031" y="630000"/>
            <a:ext cx="9072563" cy="85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2800" b="1">
                <a:solidFill>
                  <a:srgbClr val="333333"/>
                </a:solidFill>
                <a:latin typeface="Arial" panose="020B0604020202020204" pitchFamily="34" charset="0"/>
              </a:rPr>
              <a:t>Convolutional Neural Networks</a:t>
            </a:r>
          </a:p>
        </p:txBody>
      </p:sp>
      <p:sp>
        <p:nvSpPr>
          <p:cNvPr id="12" name="Rule"/>
          <p:cNvSpPr/>
          <p:nvPr/>
        </p:nvSpPr>
        <p:spPr>
          <a:xfrm>
            <a:off x="514031" y="1470000"/>
            <a:ext cx="1500000" cy="55000"/>
          </a:xfrm>
          <a:prstGeom prst="rect">
            <a:avLst/>
          </a:prstGeom>
          <a:solidFill>
            <a:srgbClr val="1398AB"/>
          </a:solidFill>
        </p:spPr>
        <p:txBody>
          <a:bodyPr wrap="square" lIns="137160" tIns="91440" rIns="137160" bIns="91440" rtlCol="0">
            <a:normAutofit fontScale="25000" lnSpcReduction="20000"/>
          </a:bodyPr>
          <a:lstStyle/>
          <a:p>
            <a:endParaRPr lang="en-US"/>
          </a:p>
        </p:txBody>
      </p:sp>
      <p:sp>
        <p:nvSpPr>
          <p:cNvPr id="13" name="Scenario"/>
          <p:cNvSpPr/>
          <p:nvPr/>
        </p:nvSpPr>
        <p:spPr>
          <a:xfrm>
            <a:off x="504031" y="1640000"/>
            <a:ext cx="9072563" cy="940000"/>
          </a:xfrm>
          <a:prstGeom prst="roundRect">
            <a:avLst/>
          </a:prstGeom>
          <a:solidFill>
            <a:srgbClr val="EAF5F7"/>
          </a:solidFill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500"/>
              </a:spcAft>
            </a:pPr>
            <a:r>
              <a:rPr lang="en-US" sz="1500" b="1">
                <a:solidFill>
                  <a:srgbClr val="1398AB"/>
                </a:solidFill>
                <a:latin typeface="Arial" panose="020B0604020202020204" pitchFamily="34" charset="0"/>
              </a:rPr>
              <a:t>Scenario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Classify road signs for a driver-assistance system.</a:t>
            </a:r>
          </a:p>
        </p:txBody>
      </p:sp>
      <p:sp>
        <p:nvSpPr>
          <p:cNvPr id="20" name="Step1"/>
          <p:cNvSpPr/>
          <p:nvPr/>
        </p:nvSpPr>
        <p:spPr>
          <a:xfrm>
            <a:off x="504031" y="2740000"/>
            <a:ext cx="2790854" cy="1980000"/>
          </a:xfrm>
          <a:prstGeom prst="roundRect">
            <a:avLst/>
          </a:prstGeom>
          <a:solidFill>
            <a:srgbClr val="EAF5F7"/>
          </a:solidFill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500"/>
              </a:spcAft>
            </a:pPr>
            <a:r>
              <a:rPr lang="en-US" sz="1450" b="1">
                <a:solidFill>
                  <a:srgbClr val="1398AB"/>
                </a:solidFill>
                <a:latin typeface="Arial" panose="020B0604020202020204" pitchFamily="34" charset="0"/>
              </a:rPr>
              <a:t>The Data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Labelled photos of signs in varied lighting.</a:t>
            </a:r>
          </a:p>
        </p:txBody>
      </p:sp>
      <p:sp>
        <p:nvSpPr>
          <p:cNvPr id="21" name="Step2"/>
          <p:cNvSpPr/>
          <p:nvPr/>
        </p:nvSpPr>
        <p:spPr>
          <a:xfrm>
            <a:off x="3644885" y="2740000"/>
            <a:ext cx="2790854" cy="1980000"/>
          </a:xfrm>
          <a:prstGeom prst="roundRect">
            <a:avLst/>
          </a:prstGeom>
          <a:solidFill>
            <a:srgbClr val="EAF5F7"/>
          </a:solidFill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500"/>
              </a:spcAft>
            </a:pPr>
            <a:r>
              <a:rPr lang="en-US" sz="1450" b="1">
                <a:solidFill>
                  <a:srgbClr val="1398AB"/>
                </a:solidFill>
                <a:latin typeface="Arial" panose="020B0604020202020204" pitchFamily="34" charset="0"/>
              </a:rPr>
              <a:t>The Approach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A CNN with convolution and pooling layers learns the shapes.</a:t>
            </a:r>
          </a:p>
        </p:txBody>
      </p:sp>
      <p:sp>
        <p:nvSpPr>
          <p:cNvPr id="22" name="Step3"/>
          <p:cNvSpPr/>
          <p:nvPr/>
        </p:nvSpPr>
        <p:spPr>
          <a:xfrm>
            <a:off x="6785739" y="2740000"/>
            <a:ext cx="2790854" cy="1980000"/>
          </a:xfrm>
          <a:prstGeom prst="roundRect">
            <a:avLst/>
          </a:prstGeom>
          <a:solidFill>
            <a:srgbClr val="EAF5F7"/>
          </a:solidFill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500"/>
              </a:spcAft>
            </a:pPr>
            <a:r>
              <a:rPr lang="en-US" sz="1450" b="1">
                <a:solidFill>
                  <a:srgbClr val="1398AB"/>
                </a:solidFill>
                <a:latin typeface="Arial" panose="020B0604020202020204" pitchFamily="34" charset="0"/>
              </a:rPr>
              <a:t>The Result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Reliable sign recognition in real time.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Background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380" y="0"/>
            <a:ext cx="10078245" cy="5580063"/>
          </a:xfrm>
          <a:prstGeom prst="rect">
            <a:avLst/>
          </a:prstGeom>
        </p:spPr>
      </p:pic>
      <p:sp>
        <p:nvSpPr>
          <p:cNvPr id="10" name="Eyebrow"/>
          <p:cNvSpPr txBox="1"/>
          <p:nvPr/>
        </p:nvSpPr>
        <p:spPr>
          <a:xfrm>
            <a:off x="514031" y="330000"/>
            <a:ext cx="9000000" cy="32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 fontScale="77500" lnSpcReduction="20000"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400" b="1">
                <a:solidFill>
                  <a:srgbClr val="1398AB"/>
                </a:solidFill>
                <a:latin typeface="Arial" panose="020B0604020202020204" pitchFamily="34" charset="0"/>
              </a:rPr>
              <a:t>MODULE 05 — QUIZ</a:t>
            </a:r>
          </a:p>
        </p:txBody>
      </p:sp>
      <p:sp>
        <p:nvSpPr>
          <p:cNvPr id="11" name="Heading"/>
          <p:cNvSpPr txBox="1"/>
          <p:nvPr/>
        </p:nvSpPr>
        <p:spPr>
          <a:xfrm>
            <a:off x="504031" y="630000"/>
            <a:ext cx="9072563" cy="85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2800" b="1">
                <a:solidFill>
                  <a:srgbClr val="333333"/>
                </a:solidFill>
                <a:latin typeface="Arial" panose="020B0604020202020204" pitchFamily="34" charset="0"/>
              </a:rPr>
              <a:t>Convolutional Neural Networks</a:t>
            </a:r>
          </a:p>
        </p:txBody>
      </p:sp>
      <p:sp>
        <p:nvSpPr>
          <p:cNvPr id="12" name="Rule"/>
          <p:cNvSpPr/>
          <p:nvPr/>
        </p:nvSpPr>
        <p:spPr>
          <a:xfrm>
            <a:off x="514031" y="1470000"/>
            <a:ext cx="1500000" cy="55000"/>
          </a:xfrm>
          <a:prstGeom prst="rect">
            <a:avLst/>
          </a:prstGeom>
          <a:solidFill>
            <a:srgbClr val="1398AB"/>
          </a:solidFill>
        </p:spPr>
        <p:txBody>
          <a:bodyPr wrap="square" lIns="137160" tIns="91440" rIns="137160" bIns="91440" rtlCol="0">
            <a:normAutofit fontScale="25000" lnSpcReduction="20000"/>
          </a:bodyPr>
          <a:lstStyle/>
          <a:p>
            <a:endParaRPr lang="en-US"/>
          </a:p>
        </p:txBody>
      </p:sp>
      <p:sp>
        <p:nvSpPr>
          <p:cNvPr id="20" name="Q1"/>
          <p:cNvSpPr txBox="1"/>
          <p:nvPr/>
        </p:nvSpPr>
        <p:spPr>
          <a:xfrm>
            <a:off x="504031" y="1600000"/>
            <a:ext cx="9072563" cy="113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300"/>
              </a:spcAft>
            </a:pPr>
            <a:r>
              <a:rPr lang="en-US" sz="1400" b="1">
                <a:solidFill>
                  <a:srgbClr val="1398AB"/>
                </a:solidFill>
                <a:latin typeface="Arial" panose="020B0604020202020204" pitchFamily="34" charset="0"/>
              </a:rPr>
              <a:t>Q1.  </a:t>
            </a:r>
            <a:r>
              <a:rPr lang="en-US" sz="1400" b="1">
                <a:solidFill>
                  <a:srgbClr val="333333"/>
                </a:solidFill>
                <a:latin typeface="Arial" panose="020B0604020202020204" pitchFamily="34" charset="0"/>
              </a:rPr>
              <a:t>A convolution filter is used to…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A) Detect local features in an image    B) Sort text    C) Store labels</a:t>
            </a:r>
          </a:p>
        </p:txBody>
      </p:sp>
      <p:sp>
        <p:nvSpPr>
          <p:cNvPr id="21" name="Q2"/>
          <p:cNvSpPr txBox="1"/>
          <p:nvPr/>
        </p:nvSpPr>
        <p:spPr>
          <a:xfrm>
            <a:off x="504031" y="2730000"/>
            <a:ext cx="9072563" cy="113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300"/>
              </a:spcAft>
            </a:pPr>
            <a:r>
              <a:rPr lang="en-US" sz="1400" b="1">
                <a:solidFill>
                  <a:srgbClr val="1398AB"/>
                </a:solidFill>
                <a:latin typeface="Arial" panose="020B0604020202020204" pitchFamily="34" charset="0"/>
              </a:rPr>
              <a:t>Q2.  </a:t>
            </a:r>
            <a:r>
              <a:rPr lang="en-US" sz="1400" b="1">
                <a:solidFill>
                  <a:srgbClr val="333333"/>
                </a:solidFill>
                <a:latin typeface="Arial" panose="020B0604020202020204" pitchFamily="34" charset="0"/>
              </a:rPr>
              <a:t>Pooling layers mainly…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A) Increase image size    B) Downsample feature maps    C) Add colours</a:t>
            </a:r>
          </a:p>
        </p:txBody>
      </p:sp>
      <p:sp>
        <p:nvSpPr>
          <p:cNvPr id="22" name="Q3"/>
          <p:cNvSpPr txBox="1"/>
          <p:nvPr/>
        </p:nvSpPr>
        <p:spPr>
          <a:xfrm>
            <a:off x="504031" y="3860000"/>
            <a:ext cx="9072563" cy="113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300"/>
              </a:spcAft>
            </a:pPr>
            <a:r>
              <a:rPr lang="en-US" sz="1400" b="1">
                <a:solidFill>
                  <a:srgbClr val="1398AB"/>
                </a:solidFill>
                <a:latin typeface="Arial" panose="020B0604020202020204" pitchFamily="34" charset="0"/>
              </a:rPr>
              <a:t>Q3.  </a:t>
            </a:r>
            <a:r>
              <a:rPr lang="en-US" sz="1400" b="1">
                <a:solidFill>
                  <a:srgbClr val="333333"/>
                </a:solidFill>
                <a:latin typeface="Arial" panose="020B0604020202020204" pitchFamily="34" charset="0"/>
              </a:rPr>
              <a:t>CNNs are especially suited to…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A) Plain spreadsheets    B) Images and spatial data    C) Random noise only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Background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380" y="0"/>
            <a:ext cx="10078245" cy="5580063"/>
          </a:xfrm>
          <a:prstGeom prst="rect">
            <a:avLst/>
          </a:prstGeom>
        </p:spPr>
      </p:pic>
      <p:sp>
        <p:nvSpPr>
          <p:cNvPr id="10" name="Eyebrow"/>
          <p:cNvSpPr txBox="1"/>
          <p:nvPr/>
        </p:nvSpPr>
        <p:spPr>
          <a:xfrm>
            <a:off x="514031" y="330000"/>
            <a:ext cx="9000000" cy="32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 fontScale="77500" lnSpcReduction="20000"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400" b="1">
                <a:solidFill>
                  <a:srgbClr val="1398AB"/>
                </a:solidFill>
                <a:latin typeface="Arial" panose="020B0604020202020204" pitchFamily="34" charset="0"/>
              </a:rPr>
              <a:t>MODULE 06 — OVERVIEW</a:t>
            </a:r>
          </a:p>
        </p:txBody>
      </p:sp>
      <p:sp>
        <p:nvSpPr>
          <p:cNvPr id="11" name="Heading"/>
          <p:cNvSpPr txBox="1"/>
          <p:nvPr/>
        </p:nvSpPr>
        <p:spPr>
          <a:xfrm>
            <a:off x="504031" y="630000"/>
            <a:ext cx="9072563" cy="85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2800" b="1">
                <a:solidFill>
                  <a:srgbClr val="333333"/>
                </a:solidFill>
                <a:latin typeface="Arial" panose="020B0604020202020204" pitchFamily="34" charset="0"/>
              </a:rPr>
              <a:t>CNN Architectures &amp; Transfer Learning</a:t>
            </a:r>
          </a:p>
        </p:txBody>
      </p:sp>
      <p:sp>
        <p:nvSpPr>
          <p:cNvPr id="12" name="Rule"/>
          <p:cNvSpPr/>
          <p:nvPr/>
        </p:nvSpPr>
        <p:spPr>
          <a:xfrm>
            <a:off x="514031" y="1470000"/>
            <a:ext cx="1500000" cy="55000"/>
          </a:xfrm>
          <a:prstGeom prst="rect">
            <a:avLst/>
          </a:prstGeom>
          <a:solidFill>
            <a:srgbClr val="1398AB"/>
          </a:solidFill>
        </p:spPr>
        <p:txBody>
          <a:bodyPr wrap="square" lIns="137160" tIns="91440" rIns="137160" bIns="91440" rtlCol="0">
            <a:normAutofit fontScale="25000" lnSpcReduction="20000"/>
          </a:bodyPr>
          <a:lstStyle/>
          <a:p>
            <a:endParaRPr lang="en-US"/>
          </a:p>
        </p:txBody>
      </p:sp>
      <p:sp>
        <p:nvSpPr>
          <p:cNvPr id="13" name="Intro"/>
          <p:cNvSpPr txBox="1"/>
          <p:nvPr/>
        </p:nvSpPr>
        <p:spPr>
          <a:xfrm>
            <a:off x="504031" y="1640000"/>
            <a:ext cx="9072563" cy="70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500">
                <a:solidFill>
                  <a:srgbClr val="333333"/>
                </a:solidFill>
                <a:latin typeface="Arial" panose="020B0604020202020204" pitchFamily="34" charset="0"/>
              </a:rPr>
              <a:t>You rarely train a vision model from scratch. Proven architectures and pre-trained weights let you reuse features learned on millions of images for your own task.</a:t>
            </a:r>
          </a:p>
        </p:txBody>
      </p:sp>
      <p:sp>
        <p:nvSpPr>
          <p:cNvPr id="20" name="Card1"/>
          <p:cNvSpPr/>
          <p:nvPr/>
        </p:nvSpPr>
        <p:spPr>
          <a:xfrm>
            <a:off x="504031" y="2480000"/>
            <a:ext cx="2790854" cy="1720000"/>
          </a:xfrm>
          <a:prstGeom prst="roundRect">
            <a:avLst/>
          </a:prstGeom>
          <a:solidFill>
            <a:srgbClr val="EAF5F7"/>
          </a:solidFill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600"/>
              </a:spcAft>
            </a:pPr>
            <a:r>
              <a:rPr lang="en-US" sz="1600" b="1">
                <a:solidFill>
                  <a:srgbClr val="1398AB"/>
                </a:solidFill>
                <a:latin typeface="Arial" panose="020B0604020202020204" pitchFamily="34" charset="0"/>
              </a:rPr>
              <a:t>What It Is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Reuse a model trained on huge datasets for a new problem.</a:t>
            </a:r>
          </a:p>
        </p:txBody>
      </p:sp>
      <p:sp>
        <p:nvSpPr>
          <p:cNvPr id="21" name="Card2"/>
          <p:cNvSpPr/>
          <p:nvPr/>
        </p:nvSpPr>
        <p:spPr>
          <a:xfrm>
            <a:off x="3644885" y="2480000"/>
            <a:ext cx="2790854" cy="1720000"/>
          </a:xfrm>
          <a:prstGeom prst="roundRect">
            <a:avLst/>
          </a:prstGeom>
          <a:solidFill>
            <a:srgbClr val="EAF5F7"/>
          </a:solidFill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600"/>
              </a:spcAft>
            </a:pPr>
            <a:r>
              <a:rPr lang="en-US" sz="1600" b="1">
                <a:solidFill>
                  <a:srgbClr val="1398AB"/>
                </a:solidFill>
                <a:latin typeface="Arial" panose="020B0604020202020204" pitchFamily="34" charset="0"/>
              </a:rPr>
              <a:t>Landmark Nets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AlexNet, VGG, ResNet, and EfficientNet shaped the field.</a:t>
            </a:r>
          </a:p>
        </p:txBody>
      </p:sp>
      <p:sp>
        <p:nvSpPr>
          <p:cNvPr id="22" name="Card3"/>
          <p:cNvSpPr/>
          <p:nvPr/>
        </p:nvSpPr>
        <p:spPr>
          <a:xfrm>
            <a:off x="6785739" y="2480000"/>
            <a:ext cx="2790854" cy="1720000"/>
          </a:xfrm>
          <a:prstGeom prst="roundRect">
            <a:avLst/>
          </a:prstGeom>
          <a:solidFill>
            <a:srgbClr val="EAF5F7"/>
          </a:solidFill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600"/>
              </a:spcAft>
            </a:pPr>
            <a:r>
              <a:rPr lang="en-US" sz="1600" b="1">
                <a:solidFill>
                  <a:srgbClr val="1398AB"/>
                </a:solidFill>
                <a:latin typeface="Arial" panose="020B0604020202020204" pitchFamily="34" charset="0"/>
              </a:rPr>
              <a:t>Why It Works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Early features like edges transfer across almost any image task.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Background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380" y="0"/>
            <a:ext cx="10078245" cy="5580063"/>
          </a:xfrm>
          <a:prstGeom prst="rect">
            <a:avLst/>
          </a:prstGeom>
        </p:spPr>
      </p:pic>
      <p:sp>
        <p:nvSpPr>
          <p:cNvPr id="10" name="Eyebrow"/>
          <p:cNvSpPr txBox="1"/>
          <p:nvPr/>
        </p:nvSpPr>
        <p:spPr>
          <a:xfrm>
            <a:off x="514031" y="330000"/>
            <a:ext cx="9000000" cy="32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 fontScale="77500" lnSpcReduction="20000"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400" b="1">
                <a:solidFill>
                  <a:srgbClr val="1398AB"/>
                </a:solidFill>
                <a:latin typeface="Arial" panose="020B0604020202020204" pitchFamily="34" charset="0"/>
              </a:rPr>
              <a:t>MODULE 06 — KEY CONCEPTS</a:t>
            </a:r>
          </a:p>
        </p:txBody>
      </p:sp>
      <p:sp>
        <p:nvSpPr>
          <p:cNvPr id="11" name="Heading"/>
          <p:cNvSpPr txBox="1"/>
          <p:nvPr/>
        </p:nvSpPr>
        <p:spPr>
          <a:xfrm>
            <a:off x="504031" y="630000"/>
            <a:ext cx="9072563" cy="85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2800" b="1">
                <a:solidFill>
                  <a:srgbClr val="333333"/>
                </a:solidFill>
                <a:latin typeface="Arial" panose="020B0604020202020204" pitchFamily="34" charset="0"/>
              </a:rPr>
              <a:t>CNN Architectures &amp; Transfer Learning</a:t>
            </a:r>
          </a:p>
        </p:txBody>
      </p:sp>
      <p:sp>
        <p:nvSpPr>
          <p:cNvPr id="12" name="Rule"/>
          <p:cNvSpPr/>
          <p:nvPr/>
        </p:nvSpPr>
        <p:spPr>
          <a:xfrm>
            <a:off x="514031" y="1470000"/>
            <a:ext cx="1500000" cy="55000"/>
          </a:xfrm>
          <a:prstGeom prst="rect">
            <a:avLst/>
          </a:prstGeom>
          <a:solidFill>
            <a:srgbClr val="1398AB"/>
          </a:solidFill>
        </p:spPr>
        <p:txBody>
          <a:bodyPr wrap="square" lIns="137160" tIns="91440" rIns="137160" bIns="91440" rtlCol="0">
            <a:normAutofit fontScale="25000" lnSpcReduction="20000"/>
          </a:bodyPr>
          <a:lstStyle/>
          <a:p>
            <a:endParaRPr lang="en-US"/>
          </a:p>
        </p:txBody>
      </p:sp>
      <p:sp>
        <p:nvSpPr>
          <p:cNvPr id="20" name="Col1"/>
          <p:cNvSpPr txBox="1"/>
          <p:nvPr/>
        </p:nvSpPr>
        <p:spPr>
          <a:xfrm>
            <a:off x="504031" y="1660000"/>
            <a:ext cx="4300000" cy="310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100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AlexNet &amp; VGG  </a:t>
            </a: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—  deep stacks that proved CNNs scale.</a:t>
            </a:r>
          </a:p>
          <a:p>
            <a:pPr marL="0" indent="0">
              <a:spcBef>
                <a:spcPts val="0"/>
              </a:spcBef>
              <a:spcAft>
                <a:spcPts val="100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ResNet  </a:t>
            </a: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—  skip connections train very deep networks.</a:t>
            </a:r>
          </a:p>
          <a:p>
            <a:pPr marL="0" indent="0">
              <a:spcBef>
                <a:spcPts val="0"/>
              </a:spcBef>
              <a:spcAft>
                <a:spcPts val="100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Inception &amp; EfficientNet  </a:t>
            </a: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—  smarter, more efficient building blocks.</a:t>
            </a:r>
          </a:p>
        </p:txBody>
      </p:sp>
      <p:sp>
        <p:nvSpPr>
          <p:cNvPr id="21" name="Col2"/>
          <p:cNvSpPr txBox="1"/>
          <p:nvPr/>
        </p:nvSpPr>
        <p:spPr>
          <a:xfrm>
            <a:off x="5276531" y="1660000"/>
            <a:ext cx="4300000" cy="310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100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Transfer Learning  </a:t>
            </a: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—  start from weights pre-trained on ImageNet.</a:t>
            </a:r>
          </a:p>
          <a:p>
            <a:pPr marL="0" indent="0">
              <a:spcBef>
                <a:spcPts val="0"/>
              </a:spcBef>
              <a:spcAft>
                <a:spcPts val="100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Fine-Tuning  </a:t>
            </a: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—  retrain the top layers on your own data.</a:t>
            </a:r>
          </a:p>
          <a:p>
            <a:pPr marL="0" indent="0">
              <a:spcBef>
                <a:spcPts val="0"/>
              </a:spcBef>
              <a:spcAft>
                <a:spcPts val="100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Data Augmentation  </a:t>
            </a: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—  flips and crops expand a small dataset.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Background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380" y="0"/>
            <a:ext cx="10078245" cy="5580063"/>
          </a:xfrm>
          <a:prstGeom prst="rect">
            <a:avLst/>
          </a:prstGeom>
        </p:spPr>
      </p:pic>
      <p:sp>
        <p:nvSpPr>
          <p:cNvPr id="10" name="Eyebrow"/>
          <p:cNvSpPr txBox="1"/>
          <p:nvPr/>
        </p:nvSpPr>
        <p:spPr>
          <a:xfrm>
            <a:off x="514031" y="330000"/>
            <a:ext cx="9000000" cy="32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 fontScale="77500" lnSpcReduction="20000"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400" b="1">
                <a:solidFill>
                  <a:srgbClr val="1398AB"/>
                </a:solidFill>
                <a:latin typeface="Arial" panose="020B0604020202020204" pitchFamily="34" charset="0"/>
              </a:rPr>
              <a:t>MODULE 06 — EXAMPLE</a:t>
            </a:r>
          </a:p>
        </p:txBody>
      </p:sp>
      <p:sp>
        <p:nvSpPr>
          <p:cNvPr id="11" name="Heading"/>
          <p:cNvSpPr txBox="1"/>
          <p:nvPr/>
        </p:nvSpPr>
        <p:spPr>
          <a:xfrm>
            <a:off x="504031" y="630000"/>
            <a:ext cx="9072563" cy="85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2800" b="1">
                <a:solidFill>
                  <a:srgbClr val="333333"/>
                </a:solidFill>
                <a:latin typeface="Arial" panose="020B0604020202020204" pitchFamily="34" charset="0"/>
              </a:rPr>
              <a:t>CNN Architectures &amp; Transfer Learning</a:t>
            </a:r>
          </a:p>
        </p:txBody>
      </p:sp>
      <p:sp>
        <p:nvSpPr>
          <p:cNvPr id="12" name="Rule"/>
          <p:cNvSpPr/>
          <p:nvPr/>
        </p:nvSpPr>
        <p:spPr>
          <a:xfrm>
            <a:off x="514031" y="1470000"/>
            <a:ext cx="1500000" cy="55000"/>
          </a:xfrm>
          <a:prstGeom prst="rect">
            <a:avLst/>
          </a:prstGeom>
          <a:solidFill>
            <a:srgbClr val="1398AB"/>
          </a:solidFill>
        </p:spPr>
        <p:txBody>
          <a:bodyPr wrap="square" lIns="137160" tIns="91440" rIns="137160" bIns="91440" rtlCol="0">
            <a:normAutofit fontScale="25000" lnSpcReduction="20000"/>
          </a:bodyPr>
          <a:lstStyle/>
          <a:p>
            <a:endParaRPr lang="en-US"/>
          </a:p>
        </p:txBody>
      </p:sp>
      <p:sp>
        <p:nvSpPr>
          <p:cNvPr id="13" name="Scenario"/>
          <p:cNvSpPr/>
          <p:nvPr/>
        </p:nvSpPr>
        <p:spPr>
          <a:xfrm>
            <a:off x="504031" y="1640000"/>
            <a:ext cx="9072563" cy="940000"/>
          </a:xfrm>
          <a:prstGeom prst="roundRect">
            <a:avLst/>
          </a:prstGeom>
          <a:solidFill>
            <a:srgbClr val="EAF5F7"/>
          </a:solidFill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500"/>
              </a:spcAft>
            </a:pPr>
            <a:r>
              <a:rPr lang="en-US" sz="1500" b="1">
                <a:solidFill>
                  <a:srgbClr val="1398AB"/>
                </a:solidFill>
                <a:latin typeface="Arial" panose="020B0604020202020204" pitchFamily="34" charset="0"/>
              </a:rPr>
              <a:t>Scenario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A clinic wants to flag pneumonia in chest X-rays with few images.</a:t>
            </a:r>
          </a:p>
        </p:txBody>
      </p:sp>
      <p:sp>
        <p:nvSpPr>
          <p:cNvPr id="20" name="Step1"/>
          <p:cNvSpPr/>
          <p:nvPr/>
        </p:nvSpPr>
        <p:spPr>
          <a:xfrm>
            <a:off x="504031" y="2740000"/>
            <a:ext cx="2790854" cy="1980000"/>
          </a:xfrm>
          <a:prstGeom prst="roundRect">
            <a:avLst/>
          </a:prstGeom>
          <a:solidFill>
            <a:srgbClr val="EAF5F7"/>
          </a:solidFill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500"/>
              </a:spcAft>
            </a:pPr>
            <a:r>
              <a:rPr lang="en-US" sz="1450" b="1">
                <a:solidFill>
                  <a:srgbClr val="1398AB"/>
                </a:solidFill>
                <a:latin typeface="Arial" panose="020B0604020202020204" pitchFamily="34" charset="0"/>
              </a:rPr>
              <a:t>The Data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A few thousand labelled X-ray scans.</a:t>
            </a:r>
          </a:p>
        </p:txBody>
      </p:sp>
      <p:sp>
        <p:nvSpPr>
          <p:cNvPr id="21" name="Step2"/>
          <p:cNvSpPr/>
          <p:nvPr/>
        </p:nvSpPr>
        <p:spPr>
          <a:xfrm>
            <a:off x="3644885" y="2740000"/>
            <a:ext cx="2790854" cy="1980000"/>
          </a:xfrm>
          <a:prstGeom prst="roundRect">
            <a:avLst/>
          </a:prstGeom>
          <a:solidFill>
            <a:srgbClr val="EAF5F7"/>
          </a:solidFill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500"/>
              </a:spcAft>
            </a:pPr>
            <a:r>
              <a:rPr lang="en-US" sz="1450" b="1">
                <a:solidFill>
                  <a:srgbClr val="1398AB"/>
                </a:solidFill>
                <a:latin typeface="Arial" panose="020B0604020202020204" pitchFamily="34" charset="0"/>
              </a:rPr>
              <a:t>The Approach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Fine-tune a pre-trained ResNet on the scans.</a:t>
            </a:r>
          </a:p>
        </p:txBody>
      </p:sp>
      <p:sp>
        <p:nvSpPr>
          <p:cNvPr id="22" name="Step3"/>
          <p:cNvSpPr/>
          <p:nvPr/>
        </p:nvSpPr>
        <p:spPr>
          <a:xfrm>
            <a:off x="6785739" y="2740000"/>
            <a:ext cx="2790854" cy="1980000"/>
          </a:xfrm>
          <a:prstGeom prst="roundRect">
            <a:avLst/>
          </a:prstGeom>
          <a:solidFill>
            <a:srgbClr val="EAF5F7"/>
          </a:solidFill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500"/>
              </a:spcAft>
            </a:pPr>
            <a:r>
              <a:rPr lang="en-US" sz="1450" b="1">
                <a:solidFill>
                  <a:srgbClr val="1398AB"/>
                </a:solidFill>
                <a:latin typeface="Arial" panose="020B0604020202020204" pitchFamily="34" charset="0"/>
              </a:rPr>
              <a:t>The Result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Strong accuracy without training from scratch.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Background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380" y="0"/>
            <a:ext cx="10078245" cy="5580063"/>
          </a:xfrm>
          <a:prstGeom prst="rect">
            <a:avLst/>
          </a:prstGeom>
        </p:spPr>
      </p:pic>
      <p:sp>
        <p:nvSpPr>
          <p:cNvPr id="10" name="Eyebrow"/>
          <p:cNvSpPr txBox="1"/>
          <p:nvPr/>
        </p:nvSpPr>
        <p:spPr>
          <a:xfrm>
            <a:off x="514031" y="330000"/>
            <a:ext cx="9000000" cy="32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 fontScale="77500" lnSpcReduction="20000"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400" b="1">
                <a:solidFill>
                  <a:srgbClr val="1398AB"/>
                </a:solidFill>
                <a:latin typeface="Arial" panose="020B0604020202020204" pitchFamily="34" charset="0"/>
              </a:rPr>
              <a:t>MODULE 06 — QUIZ</a:t>
            </a:r>
          </a:p>
        </p:txBody>
      </p:sp>
      <p:sp>
        <p:nvSpPr>
          <p:cNvPr id="11" name="Heading"/>
          <p:cNvSpPr txBox="1"/>
          <p:nvPr/>
        </p:nvSpPr>
        <p:spPr>
          <a:xfrm>
            <a:off x="504031" y="630000"/>
            <a:ext cx="9072563" cy="85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2800" b="1">
                <a:solidFill>
                  <a:srgbClr val="333333"/>
                </a:solidFill>
                <a:latin typeface="Arial" panose="020B0604020202020204" pitchFamily="34" charset="0"/>
              </a:rPr>
              <a:t>CNN Architectures &amp; Transfer Learning</a:t>
            </a:r>
          </a:p>
        </p:txBody>
      </p:sp>
      <p:sp>
        <p:nvSpPr>
          <p:cNvPr id="12" name="Rule"/>
          <p:cNvSpPr/>
          <p:nvPr/>
        </p:nvSpPr>
        <p:spPr>
          <a:xfrm>
            <a:off x="514031" y="1470000"/>
            <a:ext cx="1500000" cy="55000"/>
          </a:xfrm>
          <a:prstGeom prst="rect">
            <a:avLst/>
          </a:prstGeom>
          <a:solidFill>
            <a:srgbClr val="1398AB"/>
          </a:solidFill>
        </p:spPr>
        <p:txBody>
          <a:bodyPr wrap="square" lIns="137160" tIns="91440" rIns="137160" bIns="91440" rtlCol="0">
            <a:normAutofit fontScale="25000" lnSpcReduction="20000"/>
          </a:bodyPr>
          <a:lstStyle/>
          <a:p>
            <a:endParaRPr lang="en-US"/>
          </a:p>
        </p:txBody>
      </p:sp>
      <p:sp>
        <p:nvSpPr>
          <p:cNvPr id="20" name="Q1"/>
          <p:cNvSpPr txBox="1"/>
          <p:nvPr/>
        </p:nvSpPr>
        <p:spPr>
          <a:xfrm>
            <a:off x="504031" y="1600000"/>
            <a:ext cx="9072563" cy="113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300"/>
              </a:spcAft>
            </a:pPr>
            <a:r>
              <a:rPr lang="en-US" sz="1400" b="1">
                <a:solidFill>
                  <a:srgbClr val="1398AB"/>
                </a:solidFill>
                <a:latin typeface="Arial" panose="020B0604020202020204" pitchFamily="34" charset="0"/>
              </a:rPr>
              <a:t>Q1.  </a:t>
            </a:r>
            <a:r>
              <a:rPr lang="en-US" sz="1400" b="1">
                <a:solidFill>
                  <a:srgbClr val="333333"/>
                </a:solidFill>
                <a:latin typeface="Arial" panose="020B0604020202020204" pitchFamily="34" charset="0"/>
              </a:rPr>
              <a:t>Transfer learning means…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A) Reusing a pre-trained model on a new task    B) Deleting all layers    C) Training with no data</a:t>
            </a:r>
          </a:p>
        </p:txBody>
      </p:sp>
      <p:sp>
        <p:nvSpPr>
          <p:cNvPr id="21" name="Q2"/>
          <p:cNvSpPr txBox="1"/>
          <p:nvPr/>
        </p:nvSpPr>
        <p:spPr>
          <a:xfrm>
            <a:off x="504031" y="2730000"/>
            <a:ext cx="9072563" cy="113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300"/>
              </a:spcAft>
            </a:pPr>
            <a:r>
              <a:rPr lang="en-US" sz="1400" b="1">
                <a:solidFill>
                  <a:srgbClr val="1398AB"/>
                </a:solidFill>
                <a:latin typeface="Arial" panose="020B0604020202020204" pitchFamily="34" charset="0"/>
              </a:rPr>
              <a:t>Q2.  </a:t>
            </a:r>
            <a:r>
              <a:rPr lang="en-US" sz="1400" b="1">
                <a:solidFill>
                  <a:srgbClr val="333333"/>
                </a:solidFill>
                <a:latin typeface="Arial" panose="020B0604020202020204" pitchFamily="34" charset="0"/>
              </a:rPr>
              <a:t>ResNet's key idea is…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A) Skip connections    B) Larger images    C) Removing filters</a:t>
            </a:r>
          </a:p>
        </p:txBody>
      </p:sp>
      <p:sp>
        <p:nvSpPr>
          <p:cNvPr id="22" name="Q3"/>
          <p:cNvSpPr txBox="1"/>
          <p:nvPr/>
        </p:nvSpPr>
        <p:spPr>
          <a:xfrm>
            <a:off x="504031" y="3860000"/>
            <a:ext cx="9072563" cy="113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300"/>
              </a:spcAft>
            </a:pPr>
            <a:r>
              <a:rPr lang="en-US" sz="1400" b="1">
                <a:solidFill>
                  <a:srgbClr val="1398AB"/>
                </a:solidFill>
                <a:latin typeface="Arial" panose="020B0604020202020204" pitchFamily="34" charset="0"/>
              </a:rPr>
              <a:t>Q3.  </a:t>
            </a:r>
            <a:r>
              <a:rPr lang="en-US" sz="1400" b="1">
                <a:solidFill>
                  <a:srgbClr val="333333"/>
                </a:solidFill>
                <a:latin typeface="Arial" panose="020B0604020202020204" pitchFamily="34" charset="0"/>
              </a:rPr>
              <a:t>Data augmentation helps by…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A) Shrinking the model    B) Creating varied training examples    C) Labelling data automatically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Background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380" y="0"/>
            <a:ext cx="10078245" cy="5580063"/>
          </a:xfrm>
          <a:prstGeom prst="rect">
            <a:avLst/>
          </a:prstGeom>
        </p:spPr>
      </p:pic>
      <p:sp>
        <p:nvSpPr>
          <p:cNvPr id="10" name="Eyebrow"/>
          <p:cNvSpPr txBox="1"/>
          <p:nvPr/>
        </p:nvSpPr>
        <p:spPr>
          <a:xfrm>
            <a:off x="514031" y="330000"/>
            <a:ext cx="9000000" cy="32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 fontScale="77500" lnSpcReduction="20000"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400" b="1">
                <a:solidFill>
                  <a:srgbClr val="1398AB"/>
                </a:solidFill>
                <a:latin typeface="Arial" panose="020B0604020202020204" pitchFamily="34" charset="0"/>
              </a:rPr>
              <a:t>MODULE 07 — OVERVIEW</a:t>
            </a:r>
          </a:p>
        </p:txBody>
      </p:sp>
      <p:sp>
        <p:nvSpPr>
          <p:cNvPr id="11" name="Heading"/>
          <p:cNvSpPr txBox="1"/>
          <p:nvPr/>
        </p:nvSpPr>
        <p:spPr>
          <a:xfrm>
            <a:off x="504031" y="630000"/>
            <a:ext cx="9072563" cy="85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2800" b="1">
                <a:solidFill>
                  <a:srgbClr val="333333"/>
                </a:solidFill>
                <a:latin typeface="Arial" panose="020B0604020202020204" pitchFamily="34" charset="0"/>
              </a:rPr>
              <a:t>Sequence Models: RNNs &amp; LSTMs</a:t>
            </a:r>
          </a:p>
        </p:txBody>
      </p:sp>
      <p:sp>
        <p:nvSpPr>
          <p:cNvPr id="12" name="Rule"/>
          <p:cNvSpPr/>
          <p:nvPr/>
        </p:nvSpPr>
        <p:spPr>
          <a:xfrm>
            <a:off x="514031" y="1470000"/>
            <a:ext cx="1500000" cy="55000"/>
          </a:xfrm>
          <a:prstGeom prst="rect">
            <a:avLst/>
          </a:prstGeom>
          <a:solidFill>
            <a:srgbClr val="1398AB"/>
          </a:solidFill>
        </p:spPr>
        <p:txBody>
          <a:bodyPr wrap="square" lIns="137160" tIns="91440" rIns="137160" bIns="91440" rtlCol="0">
            <a:normAutofit fontScale="25000" lnSpcReduction="20000"/>
          </a:bodyPr>
          <a:lstStyle/>
          <a:p>
            <a:endParaRPr lang="en-US"/>
          </a:p>
        </p:txBody>
      </p:sp>
      <p:sp>
        <p:nvSpPr>
          <p:cNvPr id="13" name="Intro"/>
          <p:cNvSpPr txBox="1"/>
          <p:nvPr/>
        </p:nvSpPr>
        <p:spPr>
          <a:xfrm>
            <a:off x="504031" y="1640000"/>
            <a:ext cx="9072563" cy="70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500">
                <a:solidFill>
                  <a:srgbClr val="333333"/>
                </a:solidFill>
                <a:latin typeface="Arial" panose="020B0604020202020204" pitchFamily="34" charset="0"/>
              </a:rPr>
              <a:t>Text, speech, and time series arrive as ordered sequences. Recurrent networks carry a memory across steps, and LSTMs extend that memory to capture long-range patterns.</a:t>
            </a:r>
          </a:p>
        </p:txBody>
      </p:sp>
      <p:sp>
        <p:nvSpPr>
          <p:cNvPr id="20" name="Card1"/>
          <p:cNvSpPr/>
          <p:nvPr/>
        </p:nvSpPr>
        <p:spPr>
          <a:xfrm>
            <a:off x="504031" y="2480000"/>
            <a:ext cx="2790854" cy="1720000"/>
          </a:xfrm>
          <a:prstGeom prst="roundRect">
            <a:avLst/>
          </a:prstGeom>
          <a:solidFill>
            <a:srgbClr val="EAF5F7"/>
          </a:solidFill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600"/>
              </a:spcAft>
            </a:pPr>
            <a:r>
              <a:rPr lang="en-US" sz="1600" b="1">
                <a:solidFill>
                  <a:srgbClr val="1398AB"/>
                </a:solidFill>
                <a:latin typeface="Arial" panose="020B0604020202020204" pitchFamily="34" charset="0"/>
              </a:rPr>
              <a:t>What It Is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Networks that process data one step at a time with memory.</a:t>
            </a:r>
          </a:p>
        </p:txBody>
      </p:sp>
      <p:sp>
        <p:nvSpPr>
          <p:cNvPr id="21" name="Card2"/>
          <p:cNvSpPr/>
          <p:nvPr/>
        </p:nvSpPr>
        <p:spPr>
          <a:xfrm>
            <a:off x="3644885" y="2480000"/>
            <a:ext cx="2790854" cy="1720000"/>
          </a:xfrm>
          <a:prstGeom prst="roundRect">
            <a:avLst/>
          </a:prstGeom>
          <a:solidFill>
            <a:srgbClr val="EAF5F7"/>
          </a:solidFill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600"/>
              </a:spcAft>
            </a:pPr>
            <a:r>
              <a:rPr lang="en-US" sz="1600" b="1">
                <a:solidFill>
                  <a:srgbClr val="1398AB"/>
                </a:solidFill>
                <a:latin typeface="Arial" panose="020B0604020202020204" pitchFamily="34" charset="0"/>
              </a:rPr>
              <a:t>The Challenge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Plain RNNs forget as sequences grow long.</a:t>
            </a:r>
          </a:p>
        </p:txBody>
      </p:sp>
      <p:sp>
        <p:nvSpPr>
          <p:cNvPr id="22" name="Card3"/>
          <p:cNvSpPr/>
          <p:nvPr/>
        </p:nvSpPr>
        <p:spPr>
          <a:xfrm>
            <a:off x="6785739" y="2480000"/>
            <a:ext cx="2790854" cy="1720000"/>
          </a:xfrm>
          <a:prstGeom prst="roundRect">
            <a:avLst/>
          </a:prstGeom>
          <a:solidFill>
            <a:srgbClr val="EAF5F7"/>
          </a:solidFill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600"/>
              </a:spcAft>
            </a:pPr>
            <a:r>
              <a:rPr lang="en-US" sz="1600" b="1">
                <a:solidFill>
                  <a:srgbClr val="1398AB"/>
                </a:solidFill>
                <a:latin typeface="Arial" panose="020B0604020202020204" pitchFamily="34" charset="0"/>
              </a:rPr>
              <a:t>The Fix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LSTMs and GRUs use gates to remember what matters.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Background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380" y="0"/>
            <a:ext cx="10078245" cy="5580063"/>
          </a:xfrm>
          <a:prstGeom prst="rect">
            <a:avLst/>
          </a:prstGeom>
        </p:spPr>
      </p:pic>
      <p:sp>
        <p:nvSpPr>
          <p:cNvPr id="10" name="Eyebrow"/>
          <p:cNvSpPr txBox="1"/>
          <p:nvPr/>
        </p:nvSpPr>
        <p:spPr>
          <a:xfrm>
            <a:off x="514031" y="330000"/>
            <a:ext cx="9000000" cy="32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 fontScale="77500" lnSpcReduction="20000"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400" b="1">
                <a:solidFill>
                  <a:srgbClr val="1398AB"/>
                </a:solidFill>
                <a:latin typeface="Arial" panose="020B0604020202020204" pitchFamily="34" charset="0"/>
              </a:rPr>
              <a:t>MODULE 07 — KEY CONCEPTS</a:t>
            </a:r>
          </a:p>
        </p:txBody>
      </p:sp>
      <p:sp>
        <p:nvSpPr>
          <p:cNvPr id="11" name="Heading"/>
          <p:cNvSpPr txBox="1"/>
          <p:nvPr/>
        </p:nvSpPr>
        <p:spPr>
          <a:xfrm>
            <a:off x="504031" y="630000"/>
            <a:ext cx="9072563" cy="85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2800" b="1">
                <a:solidFill>
                  <a:srgbClr val="333333"/>
                </a:solidFill>
                <a:latin typeface="Arial" panose="020B0604020202020204" pitchFamily="34" charset="0"/>
              </a:rPr>
              <a:t>Sequence Models: RNNs &amp; LSTMs</a:t>
            </a:r>
          </a:p>
        </p:txBody>
      </p:sp>
      <p:sp>
        <p:nvSpPr>
          <p:cNvPr id="12" name="Rule"/>
          <p:cNvSpPr/>
          <p:nvPr/>
        </p:nvSpPr>
        <p:spPr>
          <a:xfrm>
            <a:off x="514031" y="1470000"/>
            <a:ext cx="1500000" cy="55000"/>
          </a:xfrm>
          <a:prstGeom prst="rect">
            <a:avLst/>
          </a:prstGeom>
          <a:solidFill>
            <a:srgbClr val="1398AB"/>
          </a:solidFill>
        </p:spPr>
        <p:txBody>
          <a:bodyPr wrap="square" lIns="137160" tIns="91440" rIns="137160" bIns="91440" rtlCol="0">
            <a:normAutofit fontScale="25000" lnSpcReduction="20000"/>
          </a:bodyPr>
          <a:lstStyle/>
          <a:p>
            <a:endParaRPr lang="en-US"/>
          </a:p>
        </p:txBody>
      </p:sp>
      <p:sp>
        <p:nvSpPr>
          <p:cNvPr id="20" name="Col1"/>
          <p:cNvSpPr txBox="1"/>
          <p:nvPr/>
        </p:nvSpPr>
        <p:spPr>
          <a:xfrm>
            <a:off x="504031" y="1660000"/>
            <a:ext cx="4300000" cy="310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100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Sequences  </a:t>
            </a: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—  ordered data like words, audio, or sensor readings.</a:t>
            </a:r>
          </a:p>
          <a:p>
            <a:pPr marL="0" indent="0">
              <a:spcBef>
                <a:spcPts val="0"/>
              </a:spcBef>
              <a:spcAft>
                <a:spcPts val="100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Recurrent Networks  </a:t>
            </a: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—  reuse a hidden state across time steps.</a:t>
            </a:r>
          </a:p>
          <a:p>
            <a:pPr marL="0" indent="0">
              <a:spcBef>
                <a:spcPts val="0"/>
              </a:spcBef>
              <a:spcAft>
                <a:spcPts val="100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Vanishing Gradients  </a:t>
            </a: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—  signals fade over long sequences.</a:t>
            </a:r>
          </a:p>
        </p:txBody>
      </p:sp>
      <p:sp>
        <p:nvSpPr>
          <p:cNvPr id="21" name="Col2"/>
          <p:cNvSpPr txBox="1"/>
          <p:nvPr/>
        </p:nvSpPr>
        <p:spPr>
          <a:xfrm>
            <a:off x="5276531" y="1660000"/>
            <a:ext cx="4300000" cy="310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100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LSTM  </a:t>
            </a: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—  memory cells and gates preserve long-range context.</a:t>
            </a:r>
          </a:p>
          <a:p>
            <a:pPr marL="0" indent="0">
              <a:spcBef>
                <a:spcPts val="0"/>
              </a:spcBef>
              <a:spcAft>
                <a:spcPts val="100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GRU  </a:t>
            </a: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—  a lighter gated unit with fewer parameters.</a:t>
            </a:r>
          </a:p>
          <a:p>
            <a:pPr marL="0" indent="0">
              <a:spcBef>
                <a:spcPts val="0"/>
              </a:spcBef>
              <a:spcAft>
                <a:spcPts val="100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Bidirectional  </a:t>
            </a: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—  read a sequence forwards and backwards.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Background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380" y="0"/>
            <a:ext cx="10078245" cy="5580063"/>
          </a:xfrm>
          <a:prstGeom prst="rect">
            <a:avLst/>
          </a:prstGeom>
        </p:spPr>
      </p:pic>
      <p:sp>
        <p:nvSpPr>
          <p:cNvPr id="10" name="Eyebrow"/>
          <p:cNvSpPr txBox="1"/>
          <p:nvPr/>
        </p:nvSpPr>
        <p:spPr>
          <a:xfrm>
            <a:off x="514031" y="330000"/>
            <a:ext cx="9000000" cy="32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 fontScale="77500" lnSpcReduction="20000"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400" b="1">
                <a:solidFill>
                  <a:srgbClr val="1398AB"/>
                </a:solidFill>
                <a:latin typeface="Arial" panose="020B0604020202020204" pitchFamily="34" charset="0"/>
              </a:rPr>
              <a:t>MODULE 07 — EXAMPLE</a:t>
            </a:r>
          </a:p>
        </p:txBody>
      </p:sp>
      <p:sp>
        <p:nvSpPr>
          <p:cNvPr id="11" name="Heading"/>
          <p:cNvSpPr txBox="1"/>
          <p:nvPr/>
        </p:nvSpPr>
        <p:spPr>
          <a:xfrm>
            <a:off x="504031" y="630000"/>
            <a:ext cx="9072563" cy="85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2800" b="1">
                <a:solidFill>
                  <a:srgbClr val="333333"/>
                </a:solidFill>
                <a:latin typeface="Arial" panose="020B0604020202020204" pitchFamily="34" charset="0"/>
              </a:rPr>
              <a:t>Sequence Models: RNNs &amp; LSTMs</a:t>
            </a:r>
          </a:p>
        </p:txBody>
      </p:sp>
      <p:sp>
        <p:nvSpPr>
          <p:cNvPr id="12" name="Rule"/>
          <p:cNvSpPr/>
          <p:nvPr/>
        </p:nvSpPr>
        <p:spPr>
          <a:xfrm>
            <a:off x="514031" y="1470000"/>
            <a:ext cx="1500000" cy="55000"/>
          </a:xfrm>
          <a:prstGeom prst="rect">
            <a:avLst/>
          </a:prstGeom>
          <a:solidFill>
            <a:srgbClr val="1398AB"/>
          </a:solidFill>
        </p:spPr>
        <p:txBody>
          <a:bodyPr wrap="square" lIns="137160" tIns="91440" rIns="137160" bIns="91440" rtlCol="0">
            <a:normAutofit fontScale="25000" lnSpcReduction="20000"/>
          </a:bodyPr>
          <a:lstStyle/>
          <a:p>
            <a:endParaRPr lang="en-US"/>
          </a:p>
        </p:txBody>
      </p:sp>
      <p:sp>
        <p:nvSpPr>
          <p:cNvPr id="13" name="Scenario"/>
          <p:cNvSpPr/>
          <p:nvPr/>
        </p:nvSpPr>
        <p:spPr>
          <a:xfrm>
            <a:off x="504031" y="1640000"/>
            <a:ext cx="9072563" cy="940000"/>
          </a:xfrm>
          <a:prstGeom prst="roundRect">
            <a:avLst/>
          </a:prstGeom>
          <a:solidFill>
            <a:srgbClr val="EAF5F7"/>
          </a:solidFill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500"/>
              </a:spcAft>
            </a:pPr>
            <a:r>
              <a:rPr lang="en-US" sz="1500" b="1">
                <a:solidFill>
                  <a:srgbClr val="1398AB"/>
                </a:solidFill>
                <a:latin typeface="Arial" panose="020B0604020202020204" pitchFamily="34" charset="0"/>
              </a:rPr>
              <a:t>Scenario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Forecast next week's electricity demand for a city.</a:t>
            </a:r>
          </a:p>
        </p:txBody>
      </p:sp>
      <p:sp>
        <p:nvSpPr>
          <p:cNvPr id="20" name="Step1"/>
          <p:cNvSpPr/>
          <p:nvPr/>
        </p:nvSpPr>
        <p:spPr>
          <a:xfrm>
            <a:off x="504031" y="2740000"/>
            <a:ext cx="2790854" cy="1980000"/>
          </a:xfrm>
          <a:prstGeom prst="roundRect">
            <a:avLst/>
          </a:prstGeom>
          <a:solidFill>
            <a:srgbClr val="EAF5F7"/>
          </a:solidFill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500"/>
              </a:spcAft>
            </a:pPr>
            <a:r>
              <a:rPr lang="en-US" sz="1450" b="1">
                <a:solidFill>
                  <a:srgbClr val="1398AB"/>
                </a:solidFill>
                <a:latin typeface="Arial" panose="020B0604020202020204" pitchFamily="34" charset="0"/>
              </a:rPr>
              <a:t>The Data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Years of hourly demand and weather readings.</a:t>
            </a:r>
          </a:p>
        </p:txBody>
      </p:sp>
      <p:sp>
        <p:nvSpPr>
          <p:cNvPr id="21" name="Step2"/>
          <p:cNvSpPr/>
          <p:nvPr/>
        </p:nvSpPr>
        <p:spPr>
          <a:xfrm>
            <a:off x="3644885" y="2740000"/>
            <a:ext cx="2790854" cy="1980000"/>
          </a:xfrm>
          <a:prstGeom prst="roundRect">
            <a:avLst/>
          </a:prstGeom>
          <a:solidFill>
            <a:srgbClr val="EAF5F7"/>
          </a:solidFill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500"/>
              </a:spcAft>
            </a:pPr>
            <a:r>
              <a:rPr lang="en-US" sz="1450" b="1">
                <a:solidFill>
                  <a:srgbClr val="1398AB"/>
                </a:solidFill>
                <a:latin typeface="Arial" panose="020B0604020202020204" pitchFamily="34" charset="0"/>
              </a:rPr>
              <a:t>The Approach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An LSTM learns daily and seasonal patterns over time.</a:t>
            </a:r>
          </a:p>
        </p:txBody>
      </p:sp>
      <p:sp>
        <p:nvSpPr>
          <p:cNvPr id="22" name="Step3"/>
          <p:cNvSpPr/>
          <p:nvPr/>
        </p:nvSpPr>
        <p:spPr>
          <a:xfrm>
            <a:off x="6785739" y="2740000"/>
            <a:ext cx="2790854" cy="1980000"/>
          </a:xfrm>
          <a:prstGeom prst="roundRect">
            <a:avLst/>
          </a:prstGeom>
          <a:solidFill>
            <a:srgbClr val="EAF5F7"/>
          </a:solidFill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500"/>
              </a:spcAft>
            </a:pPr>
            <a:r>
              <a:rPr lang="en-US" sz="1450" b="1">
                <a:solidFill>
                  <a:srgbClr val="1398AB"/>
                </a:solidFill>
                <a:latin typeface="Arial" panose="020B0604020202020204" pitchFamily="34" charset="0"/>
              </a:rPr>
              <a:t>The Result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Accurate short-term demand forecasts.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Background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380" y="0"/>
            <a:ext cx="10078245" cy="5580063"/>
          </a:xfrm>
          <a:prstGeom prst="rect">
            <a:avLst/>
          </a:prstGeom>
        </p:spPr>
      </p:pic>
      <p:sp>
        <p:nvSpPr>
          <p:cNvPr id="10" name="Eyebrow"/>
          <p:cNvSpPr txBox="1"/>
          <p:nvPr/>
        </p:nvSpPr>
        <p:spPr>
          <a:xfrm>
            <a:off x="514031" y="330000"/>
            <a:ext cx="9000000" cy="32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 fontScale="77500" lnSpcReduction="20000"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400" b="1">
                <a:solidFill>
                  <a:srgbClr val="1398AB"/>
                </a:solidFill>
                <a:latin typeface="Arial" panose="020B0604020202020204" pitchFamily="34" charset="0"/>
              </a:rPr>
              <a:t>MODULE 07 — QUIZ</a:t>
            </a:r>
          </a:p>
        </p:txBody>
      </p:sp>
      <p:sp>
        <p:nvSpPr>
          <p:cNvPr id="11" name="Heading"/>
          <p:cNvSpPr txBox="1"/>
          <p:nvPr/>
        </p:nvSpPr>
        <p:spPr>
          <a:xfrm>
            <a:off x="504031" y="630000"/>
            <a:ext cx="9072563" cy="85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2800" b="1">
                <a:solidFill>
                  <a:srgbClr val="333333"/>
                </a:solidFill>
                <a:latin typeface="Arial" panose="020B0604020202020204" pitchFamily="34" charset="0"/>
              </a:rPr>
              <a:t>Sequence Models: RNNs &amp; LSTMs</a:t>
            </a:r>
          </a:p>
        </p:txBody>
      </p:sp>
      <p:sp>
        <p:nvSpPr>
          <p:cNvPr id="12" name="Rule"/>
          <p:cNvSpPr/>
          <p:nvPr/>
        </p:nvSpPr>
        <p:spPr>
          <a:xfrm>
            <a:off x="514031" y="1470000"/>
            <a:ext cx="1500000" cy="55000"/>
          </a:xfrm>
          <a:prstGeom prst="rect">
            <a:avLst/>
          </a:prstGeom>
          <a:solidFill>
            <a:srgbClr val="1398AB"/>
          </a:solidFill>
        </p:spPr>
        <p:txBody>
          <a:bodyPr wrap="square" lIns="137160" tIns="91440" rIns="137160" bIns="91440" rtlCol="0">
            <a:normAutofit fontScale="25000" lnSpcReduction="20000"/>
          </a:bodyPr>
          <a:lstStyle/>
          <a:p>
            <a:endParaRPr lang="en-US"/>
          </a:p>
        </p:txBody>
      </p:sp>
      <p:sp>
        <p:nvSpPr>
          <p:cNvPr id="20" name="Q1"/>
          <p:cNvSpPr txBox="1"/>
          <p:nvPr/>
        </p:nvSpPr>
        <p:spPr>
          <a:xfrm>
            <a:off x="504031" y="1600000"/>
            <a:ext cx="9072563" cy="113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300"/>
              </a:spcAft>
            </a:pPr>
            <a:r>
              <a:rPr lang="en-US" sz="1400" b="1">
                <a:solidFill>
                  <a:srgbClr val="1398AB"/>
                </a:solidFill>
                <a:latin typeface="Arial" panose="020B0604020202020204" pitchFamily="34" charset="0"/>
              </a:rPr>
              <a:t>Q1.  </a:t>
            </a:r>
            <a:r>
              <a:rPr lang="en-US" sz="1400" b="1">
                <a:solidFill>
                  <a:srgbClr val="333333"/>
                </a:solidFill>
                <a:latin typeface="Arial" panose="020B0604020202020204" pitchFamily="34" charset="0"/>
              </a:rPr>
              <a:t>Recurrent networks are designed for…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A) Sequential data    B) Single fixed images    C) Static tables only</a:t>
            </a:r>
          </a:p>
        </p:txBody>
      </p:sp>
      <p:sp>
        <p:nvSpPr>
          <p:cNvPr id="21" name="Q2"/>
          <p:cNvSpPr txBox="1"/>
          <p:nvPr/>
        </p:nvSpPr>
        <p:spPr>
          <a:xfrm>
            <a:off x="504031" y="2730000"/>
            <a:ext cx="9072563" cy="113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300"/>
              </a:spcAft>
            </a:pPr>
            <a:r>
              <a:rPr lang="en-US" sz="1400" b="1">
                <a:solidFill>
                  <a:srgbClr val="1398AB"/>
                </a:solidFill>
                <a:latin typeface="Arial" panose="020B0604020202020204" pitchFamily="34" charset="0"/>
              </a:rPr>
              <a:t>Q2.  </a:t>
            </a:r>
            <a:r>
              <a:rPr lang="en-US" sz="1400" b="1">
                <a:solidFill>
                  <a:srgbClr val="333333"/>
                </a:solidFill>
                <a:latin typeface="Arial" panose="020B0604020202020204" pitchFamily="34" charset="0"/>
              </a:rPr>
              <a:t>LSTMs help mainly by…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A) Remembering long-range context    B) Deleting old data    C) Shrinking images</a:t>
            </a:r>
          </a:p>
        </p:txBody>
      </p:sp>
      <p:sp>
        <p:nvSpPr>
          <p:cNvPr id="22" name="Q3"/>
          <p:cNvSpPr txBox="1"/>
          <p:nvPr/>
        </p:nvSpPr>
        <p:spPr>
          <a:xfrm>
            <a:off x="504031" y="3860000"/>
            <a:ext cx="9072563" cy="113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300"/>
              </a:spcAft>
            </a:pPr>
            <a:r>
              <a:rPr lang="en-US" sz="1400" b="1">
                <a:solidFill>
                  <a:srgbClr val="1398AB"/>
                </a:solidFill>
                <a:latin typeface="Arial" panose="020B0604020202020204" pitchFamily="34" charset="0"/>
              </a:rPr>
              <a:t>Q3.  </a:t>
            </a:r>
            <a:r>
              <a:rPr lang="en-US" sz="1400" b="1">
                <a:solidFill>
                  <a:srgbClr val="333333"/>
                </a:solidFill>
                <a:latin typeface="Arial" panose="020B0604020202020204" pitchFamily="34" charset="0"/>
              </a:rPr>
              <a:t>The vanishing gradient problem affects…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A) Very short inputs    B) Long sequences in plain RNNs    C) Colour images only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Background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380" y="0"/>
            <a:ext cx="10078245" cy="5580063"/>
          </a:xfrm>
          <a:prstGeom prst="rect">
            <a:avLst/>
          </a:prstGeom>
        </p:spPr>
      </p:pic>
      <p:sp>
        <p:nvSpPr>
          <p:cNvPr id="10" name="Eyebrow"/>
          <p:cNvSpPr txBox="1"/>
          <p:nvPr/>
        </p:nvSpPr>
        <p:spPr>
          <a:xfrm>
            <a:off x="514031" y="330000"/>
            <a:ext cx="9000000" cy="32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 fontScale="77500" lnSpcReduction="20000"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400" b="1">
                <a:solidFill>
                  <a:srgbClr val="1398AB"/>
                </a:solidFill>
                <a:latin typeface="Arial" panose="020B0604020202020204" pitchFamily="34" charset="0"/>
              </a:rPr>
              <a:t>MODULE 08 — OVERVIEW</a:t>
            </a:r>
          </a:p>
        </p:txBody>
      </p:sp>
      <p:sp>
        <p:nvSpPr>
          <p:cNvPr id="11" name="Heading"/>
          <p:cNvSpPr txBox="1"/>
          <p:nvPr/>
        </p:nvSpPr>
        <p:spPr>
          <a:xfrm>
            <a:off x="504031" y="630000"/>
            <a:ext cx="9072563" cy="85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2800" b="1">
                <a:solidFill>
                  <a:srgbClr val="333333"/>
                </a:solidFill>
                <a:latin typeface="Arial" panose="020B0604020202020204" pitchFamily="34" charset="0"/>
              </a:rPr>
              <a:t>Transformers &amp; Attention</a:t>
            </a:r>
          </a:p>
        </p:txBody>
      </p:sp>
      <p:sp>
        <p:nvSpPr>
          <p:cNvPr id="12" name="Rule"/>
          <p:cNvSpPr/>
          <p:nvPr/>
        </p:nvSpPr>
        <p:spPr>
          <a:xfrm>
            <a:off x="514031" y="1470000"/>
            <a:ext cx="1500000" cy="55000"/>
          </a:xfrm>
          <a:prstGeom prst="rect">
            <a:avLst/>
          </a:prstGeom>
          <a:solidFill>
            <a:srgbClr val="1398AB"/>
          </a:solidFill>
        </p:spPr>
        <p:txBody>
          <a:bodyPr wrap="square" lIns="137160" tIns="91440" rIns="137160" bIns="91440" rtlCol="0">
            <a:normAutofit fontScale="25000" lnSpcReduction="20000"/>
          </a:bodyPr>
          <a:lstStyle/>
          <a:p>
            <a:endParaRPr lang="en-US"/>
          </a:p>
        </p:txBody>
      </p:sp>
      <p:sp>
        <p:nvSpPr>
          <p:cNvPr id="13" name="Intro"/>
          <p:cNvSpPr txBox="1"/>
          <p:nvPr/>
        </p:nvSpPr>
        <p:spPr>
          <a:xfrm>
            <a:off x="504031" y="1640000"/>
            <a:ext cx="9072563" cy="70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500">
                <a:solidFill>
                  <a:srgbClr val="333333"/>
                </a:solidFill>
                <a:latin typeface="Arial" panose="020B0604020202020204" pitchFamily="34" charset="0"/>
              </a:rPr>
              <a:t>Transformers replaced recurrence with attention, letting a model weigh every part of a sequence at once. They now power the leading models in language, vision, and beyond.</a:t>
            </a:r>
          </a:p>
        </p:txBody>
      </p:sp>
      <p:sp>
        <p:nvSpPr>
          <p:cNvPr id="20" name="Card1"/>
          <p:cNvSpPr/>
          <p:nvPr/>
        </p:nvSpPr>
        <p:spPr>
          <a:xfrm>
            <a:off x="504031" y="2480000"/>
            <a:ext cx="2790854" cy="1720000"/>
          </a:xfrm>
          <a:prstGeom prst="roundRect">
            <a:avLst/>
          </a:prstGeom>
          <a:solidFill>
            <a:srgbClr val="EAF5F7"/>
          </a:solidFill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600"/>
              </a:spcAft>
            </a:pPr>
            <a:r>
              <a:rPr lang="en-US" sz="1600" b="1">
                <a:solidFill>
                  <a:srgbClr val="1398AB"/>
                </a:solidFill>
                <a:latin typeface="Arial" panose="020B0604020202020204" pitchFamily="34" charset="0"/>
              </a:rPr>
              <a:t>What It Is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Networks built entirely on attention, not recurrence.</a:t>
            </a:r>
          </a:p>
        </p:txBody>
      </p:sp>
      <p:sp>
        <p:nvSpPr>
          <p:cNvPr id="21" name="Card2"/>
          <p:cNvSpPr/>
          <p:nvPr/>
        </p:nvSpPr>
        <p:spPr>
          <a:xfrm>
            <a:off x="3644885" y="2480000"/>
            <a:ext cx="2790854" cy="1720000"/>
          </a:xfrm>
          <a:prstGeom prst="roundRect">
            <a:avLst/>
          </a:prstGeom>
          <a:solidFill>
            <a:srgbClr val="EAF5F7"/>
          </a:solidFill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600"/>
              </a:spcAft>
            </a:pPr>
            <a:r>
              <a:rPr lang="en-US" sz="1600" b="1">
                <a:solidFill>
                  <a:srgbClr val="1398AB"/>
                </a:solidFill>
                <a:latin typeface="Arial" panose="020B0604020202020204" pitchFamily="34" charset="0"/>
              </a:rPr>
              <a:t>The Big Idea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Attention lets each token look at every other token.</a:t>
            </a:r>
          </a:p>
        </p:txBody>
      </p:sp>
      <p:sp>
        <p:nvSpPr>
          <p:cNvPr id="22" name="Card3"/>
          <p:cNvSpPr/>
          <p:nvPr/>
        </p:nvSpPr>
        <p:spPr>
          <a:xfrm>
            <a:off x="6785739" y="2480000"/>
            <a:ext cx="2790854" cy="1720000"/>
          </a:xfrm>
          <a:prstGeom prst="roundRect">
            <a:avLst/>
          </a:prstGeom>
          <a:solidFill>
            <a:srgbClr val="EAF5F7"/>
          </a:solidFill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600"/>
              </a:spcAft>
            </a:pPr>
            <a:r>
              <a:rPr lang="en-US" sz="1600" b="1">
                <a:solidFill>
                  <a:srgbClr val="1398AB"/>
                </a:solidFill>
                <a:latin typeface="Arial" panose="020B0604020202020204" pitchFamily="34" charset="0"/>
              </a:rPr>
              <a:t>Why It Won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Massively parallel training and strong long-range context.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Background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380" y="0"/>
            <a:ext cx="10078245" cy="5580063"/>
          </a:xfrm>
          <a:prstGeom prst="rect">
            <a:avLst/>
          </a:prstGeom>
        </p:spPr>
      </p:pic>
      <p:sp>
        <p:nvSpPr>
          <p:cNvPr id="10" name="Eyebrow"/>
          <p:cNvSpPr txBox="1"/>
          <p:nvPr/>
        </p:nvSpPr>
        <p:spPr>
          <a:xfrm>
            <a:off x="514031" y="330000"/>
            <a:ext cx="9000000" cy="32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 fontScale="77500" lnSpcReduction="20000"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400" b="1">
                <a:solidFill>
                  <a:srgbClr val="1398AB"/>
                </a:solidFill>
                <a:latin typeface="Arial" panose="020B0604020202020204" pitchFamily="34" charset="0"/>
              </a:rPr>
              <a:t>MODULE 08 — KEY CONCEPTS</a:t>
            </a:r>
          </a:p>
        </p:txBody>
      </p:sp>
      <p:sp>
        <p:nvSpPr>
          <p:cNvPr id="11" name="Heading"/>
          <p:cNvSpPr txBox="1"/>
          <p:nvPr/>
        </p:nvSpPr>
        <p:spPr>
          <a:xfrm>
            <a:off x="504031" y="630000"/>
            <a:ext cx="9072563" cy="85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2800" b="1">
                <a:solidFill>
                  <a:srgbClr val="333333"/>
                </a:solidFill>
                <a:latin typeface="Arial" panose="020B0604020202020204" pitchFamily="34" charset="0"/>
              </a:rPr>
              <a:t>Transformers &amp; Attention</a:t>
            </a:r>
          </a:p>
        </p:txBody>
      </p:sp>
      <p:sp>
        <p:nvSpPr>
          <p:cNvPr id="12" name="Rule"/>
          <p:cNvSpPr/>
          <p:nvPr/>
        </p:nvSpPr>
        <p:spPr>
          <a:xfrm>
            <a:off x="514031" y="1470000"/>
            <a:ext cx="1500000" cy="55000"/>
          </a:xfrm>
          <a:prstGeom prst="rect">
            <a:avLst/>
          </a:prstGeom>
          <a:solidFill>
            <a:srgbClr val="1398AB"/>
          </a:solidFill>
        </p:spPr>
        <p:txBody>
          <a:bodyPr wrap="square" lIns="137160" tIns="91440" rIns="137160" bIns="91440" rtlCol="0">
            <a:normAutofit fontScale="25000" lnSpcReduction="20000"/>
          </a:bodyPr>
          <a:lstStyle/>
          <a:p>
            <a:endParaRPr lang="en-US"/>
          </a:p>
        </p:txBody>
      </p:sp>
      <p:sp>
        <p:nvSpPr>
          <p:cNvPr id="20" name="Col1"/>
          <p:cNvSpPr txBox="1"/>
          <p:nvPr/>
        </p:nvSpPr>
        <p:spPr>
          <a:xfrm>
            <a:off x="504031" y="1660000"/>
            <a:ext cx="4300000" cy="310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100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Self-Attention  </a:t>
            </a: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—  each token weighs its relevance to all others.</a:t>
            </a:r>
          </a:p>
          <a:p>
            <a:pPr marL="0" indent="0">
              <a:spcBef>
                <a:spcPts val="0"/>
              </a:spcBef>
              <a:spcAft>
                <a:spcPts val="100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Query, Key, Value  </a:t>
            </a: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—  the vectors that drive attention scores.</a:t>
            </a:r>
          </a:p>
          <a:p>
            <a:pPr marL="0" indent="0">
              <a:spcBef>
                <a:spcPts val="0"/>
              </a:spcBef>
              <a:spcAft>
                <a:spcPts val="100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Multi-Head Attention  </a:t>
            </a: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—  several attention views run in parallel.</a:t>
            </a:r>
          </a:p>
        </p:txBody>
      </p:sp>
      <p:sp>
        <p:nvSpPr>
          <p:cNvPr id="21" name="Col2"/>
          <p:cNvSpPr txBox="1"/>
          <p:nvPr/>
        </p:nvSpPr>
        <p:spPr>
          <a:xfrm>
            <a:off x="5276531" y="1660000"/>
            <a:ext cx="4300000" cy="310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100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Positional Encoding  </a:t>
            </a: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—  inject word order the model would otherwise miss.</a:t>
            </a:r>
          </a:p>
          <a:p>
            <a:pPr marL="0" indent="0">
              <a:spcBef>
                <a:spcPts val="0"/>
              </a:spcBef>
              <a:spcAft>
                <a:spcPts val="100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Encoder / Decoder  </a:t>
            </a: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—  stacks for understanding and generation.</a:t>
            </a:r>
          </a:p>
          <a:p>
            <a:pPr marL="0" indent="0">
              <a:spcBef>
                <a:spcPts val="0"/>
              </a:spcBef>
              <a:spcAft>
                <a:spcPts val="100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BERT &amp; GPT  </a:t>
            </a: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—  landmark encoder and decoder transformer families.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Background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380" y="0"/>
            <a:ext cx="10078245" cy="5580063"/>
          </a:xfrm>
          <a:prstGeom prst="rect">
            <a:avLst/>
          </a:prstGeom>
        </p:spPr>
      </p:pic>
      <p:sp>
        <p:nvSpPr>
          <p:cNvPr id="10" name="Eyebrow"/>
          <p:cNvSpPr txBox="1"/>
          <p:nvPr/>
        </p:nvSpPr>
        <p:spPr>
          <a:xfrm>
            <a:off x="514031" y="330000"/>
            <a:ext cx="9000000" cy="32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 fontScale="77500" lnSpcReduction="20000"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400" b="1">
                <a:solidFill>
                  <a:srgbClr val="1398AB"/>
                </a:solidFill>
                <a:latin typeface="Arial" panose="020B0604020202020204" pitchFamily="34" charset="0"/>
              </a:rPr>
              <a:t>MODULE 08 — EXAMPLE</a:t>
            </a:r>
          </a:p>
        </p:txBody>
      </p:sp>
      <p:sp>
        <p:nvSpPr>
          <p:cNvPr id="11" name="Heading"/>
          <p:cNvSpPr txBox="1"/>
          <p:nvPr/>
        </p:nvSpPr>
        <p:spPr>
          <a:xfrm>
            <a:off x="504031" y="630000"/>
            <a:ext cx="9072563" cy="85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2800" b="1">
                <a:solidFill>
                  <a:srgbClr val="333333"/>
                </a:solidFill>
                <a:latin typeface="Arial" panose="020B0604020202020204" pitchFamily="34" charset="0"/>
              </a:rPr>
              <a:t>Transformers &amp; Attention</a:t>
            </a:r>
          </a:p>
        </p:txBody>
      </p:sp>
      <p:sp>
        <p:nvSpPr>
          <p:cNvPr id="12" name="Rule"/>
          <p:cNvSpPr/>
          <p:nvPr/>
        </p:nvSpPr>
        <p:spPr>
          <a:xfrm>
            <a:off x="514031" y="1470000"/>
            <a:ext cx="1500000" cy="55000"/>
          </a:xfrm>
          <a:prstGeom prst="rect">
            <a:avLst/>
          </a:prstGeom>
          <a:solidFill>
            <a:srgbClr val="1398AB"/>
          </a:solidFill>
        </p:spPr>
        <p:txBody>
          <a:bodyPr wrap="square" lIns="137160" tIns="91440" rIns="137160" bIns="91440" rtlCol="0">
            <a:normAutofit fontScale="25000" lnSpcReduction="20000"/>
          </a:bodyPr>
          <a:lstStyle/>
          <a:p>
            <a:endParaRPr lang="en-US"/>
          </a:p>
        </p:txBody>
      </p:sp>
      <p:sp>
        <p:nvSpPr>
          <p:cNvPr id="13" name="Scenario"/>
          <p:cNvSpPr/>
          <p:nvPr/>
        </p:nvSpPr>
        <p:spPr>
          <a:xfrm>
            <a:off x="504031" y="1640000"/>
            <a:ext cx="9072563" cy="940000"/>
          </a:xfrm>
          <a:prstGeom prst="roundRect">
            <a:avLst/>
          </a:prstGeom>
          <a:solidFill>
            <a:srgbClr val="EAF5F7"/>
          </a:solidFill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500"/>
              </a:spcAft>
            </a:pPr>
            <a:r>
              <a:rPr lang="en-US" sz="1500" b="1">
                <a:solidFill>
                  <a:srgbClr val="1398AB"/>
                </a:solidFill>
                <a:latin typeface="Arial" panose="020B0604020202020204" pitchFamily="34" charset="0"/>
              </a:rPr>
              <a:t>Scenario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Build a support tool that answers questions from a help centre.</a:t>
            </a:r>
          </a:p>
        </p:txBody>
      </p:sp>
      <p:sp>
        <p:nvSpPr>
          <p:cNvPr id="20" name="Step1"/>
          <p:cNvSpPr/>
          <p:nvPr/>
        </p:nvSpPr>
        <p:spPr>
          <a:xfrm>
            <a:off x="504031" y="2740000"/>
            <a:ext cx="2790854" cy="1980000"/>
          </a:xfrm>
          <a:prstGeom prst="roundRect">
            <a:avLst/>
          </a:prstGeom>
          <a:solidFill>
            <a:srgbClr val="EAF5F7"/>
          </a:solidFill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500"/>
              </a:spcAft>
            </a:pPr>
            <a:r>
              <a:rPr lang="en-US" sz="1450" b="1">
                <a:solidFill>
                  <a:srgbClr val="1398AB"/>
                </a:solidFill>
                <a:latin typeface="Arial" panose="020B0604020202020204" pitchFamily="34" charset="0"/>
              </a:rPr>
              <a:t>The Data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A library of articles and past support tickets.</a:t>
            </a:r>
          </a:p>
        </p:txBody>
      </p:sp>
      <p:sp>
        <p:nvSpPr>
          <p:cNvPr id="21" name="Step2"/>
          <p:cNvSpPr/>
          <p:nvPr/>
        </p:nvSpPr>
        <p:spPr>
          <a:xfrm>
            <a:off x="3644885" y="2740000"/>
            <a:ext cx="2790854" cy="1980000"/>
          </a:xfrm>
          <a:prstGeom prst="roundRect">
            <a:avLst/>
          </a:prstGeom>
          <a:solidFill>
            <a:srgbClr val="EAF5F7"/>
          </a:solidFill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500"/>
              </a:spcAft>
            </a:pPr>
            <a:r>
              <a:rPr lang="en-US" sz="1450" b="1">
                <a:solidFill>
                  <a:srgbClr val="1398AB"/>
                </a:solidFill>
                <a:latin typeface="Arial" panose="020B0604020202020204" pitchFamily="34" charset="0"/>
              </a:rPr>
              <a:t>The Approach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A transformer encodes the query and finds the best answer.</a:t>
            </a:r>
          </a:p>
        </p:txBody>
      </p:sp>
      <p:sp>
        <p:nvSpPr>
          <p:cNvPr id="22" name="Step3"/>
          <p:cNvSpPr/>
          <p:nvPr/>
        </p:nvSpPr>
        <p:spPr>
          <a:xfrm>
            <a:off x="6785739" y="2740000"/>
            <a:ext cx="2790854" cy="1980000"/>
          </a:xfrm>
          <a:prstGeom prst="roundRect">
            <a:avLst/>
          </a:prstGeom>
          <a:solidFill>
            <a:srgbClr val="EAF5F7"/>
          </a:solidFill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500"/>
              </a:spcAft>
            </a:pPr>
            <a:r>
              <a:rPr lang="en-US" sz="1450" b="1">
                <a:solidFill>
                  <a:srgbClr val="1398AB"/>
                </a:solidFill>
                <a:latin typeface="Arial" panose="020B0604020202020204" pitchFamily="34" charset="0"/>
              </a:rPr>
              <a:t>The Result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Fast, relevant answers drawn from the documents.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Background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380" y="0"/>
            <a:ext cx="10078245" cy="5580063"/>
          </a:xfrm>
          <a:prstGeom prst="rect">
            <a:avLst/>
          </a:prstGeom>
        </p:spPr>
      </p:pic>
      <p:sp>
        <p:nvSpPr>
          <p:cNvPr id="10" name="Eyebrow"/>
          <p:cNvSpPr txBox="1"/>
          <p:nvPr/>
        </p:nvSpPr>
        <p:spPr>
          <a:xfrm>
            <a:off x="514031" y="330000"/>
            <a:ext cx="9000000" cy="32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 fontScale="77500" lnSpcReduction="20000"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400" b="1">
                <a:solidFill>
                  <a:srgbClr val="1398AB"/>
                </a:solidFill>
                <a:latin typeface="Arial" panose="020B0604020202020204" pitchFamily="34" charset="0"/>
              </a:rPr>
              <a:t>MODULE 08 — QUIZ</a:t>
            </a:r>
          </a:p>
        </p:txBody>
      </p:sp>
      <p:sp>
        <p:nvSpPr>
          <p:cNvPr id="11" name="Heading"/>
          <p:cNvSpPr txBox="1"/>
          <p:nvPr/>
        </p:nvSpPr>
        <p:spPr>
          <a:xfrm>
            <a:off x="504031" y="630000"/>
            <a:ext cx="9072563" cy="85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2800" b="1">
                <a:solidFill>
                  <a:srgbClr val="333333"/>
                </a:solidFill>
                <a:latin typeface="Arial" panose="020B0604020202020204" pitchFamily="34" charset="0"/>
              </a:rPr>
              <a:t>Transformers &amp; Attention</a:t>
            </a:r>
          </a:p>
        </p:txBody>
      </p:sp>
      <p:sp>
        <p:nvSpPr>
          <p:cNvPr id="12" name="Rule"/>
          <p:cNvSpPr/>
          <p:nvPr/>
        </p:nvSpPr>
        <p:spPr>
          <a:xfrm>
            <a:off x="514031" y="1470000"/>
            <a:ext cx="1500000" cy="55000"/>
          </a:xfrm>
          <a:prstGeom prst="rect">
            <a:avLst/>
          </a:prstGeom>
          <a:solidFill>
            <a:srgbClr val="1398AB"/>
          </a:solidFill>
        </p:spPr>
        <p:txBody>
          <a:bodyPr wrap="square" lIns="137160" tIns="91440" rIns="137160" bIns="91440" rtlCol="0">
            <a:normAutofit fontScale="25000" lnSpcReduction="20000"/>
          </a:bodyPr>
          <a:lstStyle/>
          <a:p>
            <a:endParaRPr lang="en-US"/>
          </a:p>
        </p:txBody>
      </p:sp>
      <p:sp>
        <p:nvSpPr>
          <p:cNvPr id="20" name="Q1"/>
          <p:cNvSpPr txBox="1"/>
          <p:nvPr/>
        </p:nvSpPr>
        <p:spPr>
          <a:xfrm>
            <a:off x="504031" y="1600000"/>
            <a:ext cx="9072563" cy="113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300"/>
              </a:spcAft>
            </a:pPr>
            <a:r>
              <a:rPr lang="en-US" sz="1400" b="1">
                <a:solidFill>
                  <a:srgbClr val="1398AB"/>
                </a:solidFill>
                <a:latin typeface="Arial" panose="020B0604020202020204" pitchFamily="34" charset="0"/>
              </a:rPr>
              <a:t>Q1.  </a:t>
            </a:r>
            <a:r>
              <a:rPr lang="en-US" sz="1400" b="1">
                <a:solidFill>
                  <a:srgbClr val="333333"/>
                </a:solidFill>
                <a:latin typeface="Arial" panose="020B0604020202020204" pitchFamily="34" charset="0"/>
              </a:rPr>
              <a:t>Self-attention lets each token…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A) Ignore the rest of the sequence    B) Weigh every other token    C) Become an image</a:t>
            </a:r>
          </a:p>
        </p:txBody>
      </p:sp>
      <p:sp>
        <p:nvSpPr>
          <p:cNvPr id="21" name="Q2"/>
          <p:cNvSpPr txBox="1"/>
          <p:nvPr/>
        </p:nvSpPr>
        <p:spPr>
          <a:xfrm>
            <a:off x="504031" y="2730000"/>
            <a:ext cx="9072563" cy="113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300"/>
              </a:spcAft>
            </a:pPr>
            <a:r>
              <a:rPr lang="en-US" sz="1400" b="1">
                <a:solidFill>
                  <a:srgbClr val="1398AB"/>
                </a:solidFill>
                <a:latin typeface="Arial" panose="020B0604020202020204" pitchFamily="34" charset="0"/>
              </a:rPr>
              <a:t>Q2.  </a:t>
            </a:r>
            <a:r>
              <a:rPr lang="en-US" sz="1400" b="1">
                <a:solidFill>
                  <a:srgbClr val="333333"/>
                </a:solidFill>
                <a:latin typeface="Arial" panose="020B0604020202020204" pitchFamily="34" charset="0"/>
              </a:rPr>
              <a:t>Transformers replaced recurrence with…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A) Attention    B) Pooling    C) Clustering</a:t>
            </a:r>
          </a:p>
        </p:txBody>
      </p:sp>
      <p:sp>
        <p:nvSpPr>
          <p:cNvPr id="22" name="Q3"/>
          <p:cNvSpPr txBox="1"/>
          <p:nvPr/>
        </p:nvSpPr>
        <p:spPr>
          <a:xfrm>
            <a:off x="504031" y="3860000"/>
            <a:ext cx="9072563" cy="113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300"/>
              </a:spcAft>
            </a:pPr>
            <a:r>
              <a:rPr lang="en-US" sz="1400" b="1">
                <a:solidFill>
                  <a:srgbClr val="1398AB"/>
                </a:solidFill>
                <a:latin typeface="Arial" panose="020B0604020202020204" pitchFamily="34" charset="0"/>
              </a:rPr>
              <a:t>Q3.  </a:t>
            </a:r>
            <a:r>
              <a:rPr lang="en-US" sz="1400" b="1">
                <a:solidFill>
                  <a:srgbClr val="333333"/>
                </a:solidFill>
                <a:latin typeface="Arial" panose="020B0604020202020204" pitchFamily="34" charset="0"/>
              </a:rPr>
              <a:t>Positional encoding is needed to…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A) Represent word order    B) Compress files    C) Label data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Background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380" y="0"/>
            <a:ext cx="10078245" cy="5580063"/>
          </a:xfrm>
          <a:prstGeom prst="rect">
            <a:avLst/>
          </a:prstGeom>
        </p:spPr>
      </p:pic>
      <p:sp>
        <p:nvSpPr>
          <p:cNvPr id="10" name="Eyebrow"/>
          <p:cNvSpPr txBox="1"/>
          <p:nvPr/>
        </p:nvSpPr>
        <p:spPr>
          <a:xfrm>
            <a:off x="514031" y="330000"/>
            <a:ext cx="9000000" cy="32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 fontScale="77500" lnSpcReduction="20000"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400" b="1">
                <a:solidFill>
                  <a:srgbClr val="1398AB"/>
                </a:solidFill>
                <a:latin typeface="Arial" panose="020B0604020202020204" pitchFamily="34" charset="0"/>
              </a:rPr>
              <a:t>MODULE 09 — OVERVIEW</a:t>
            </a:r>
          </a:p>
        </p:txBody>
      </p:sp>
      <p:sp>
        <p:nvSpPr>
          <p:cNvPr id="11" name="Heading"/>
          <p:cNvSpPr txBox="1"/>
          <p:nvPr/>
        </p:nvSpPr>
        <p:spPr>
          <a:xfrm>
            <a:off x="504031" y="630000"/>
            <a:ext cx="9072563" cy="85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2800" b="1">
                <a:solidFill>
                  <a:srgbClr val="333333"/>
                </a:solidFill>
                <a:latin typeface="Arial" panose="020B0604020202020204" pitchFamily="34" charset="0"/>
              </a:rPr>
              <a:t>Generative Deep Learning</a:t>
            </a:r>
          </a:p>
        </p:txBody>
      </p:sp>
      <p:sp>
        <p:nvSpPr>
          <p:cNvPr id="12" name="Rule"/>
          <p:cNvSpPr/>
          <p:nvPr/>
        </p:nvSpPr>
        <p:spPr>
          <a:xfrm>
            <a:off x="514031" y="1470000"/>
            <a:ext cx="1500000" cy="55000"/>
          </a:xfrm>
          <a:prstGeom prst="rect">
            <a:avLst/>
          </a:prstGeom>
          <a:solidFill>
            <a:srgbClr val="1398AB"/>
          </a:solidFill>
        </p:spPr>
        <p:txBody>
          <a:bodyPr wrap="square" lIns="137160" tIns="91440" rIns="137160" bIns="91440" rtlCol="0">
            <a:normAutofit fontScale="25000" lnSpcReduction="20000"/>
          </a:bodyPr>
          <a:lstStyle/>
          <a:p>
            <a:endParaRPr lang="en-US"/>
          </a:p>
        </p:txBody>
      </p:sp>
      <p:sp>
        <p:nvSpPr>
          <p:cNvPr id="13" name="Intro"/>
          <p:cNvSpPr txBox="1"/>
          <p:nvPr/>
        </p:nvSpPr>
        <p:spPr>
          <a:xfrm>
            <a:off x="504031" y="1640000"/>
            <a:ext cx="9072563" cy="70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500">
                <a:solidFill>
                  <a:srgbClr val="333333"/>
                </a:solidFill>
                <a:latin typeface="Arial" panose="020B0604020202020204" pitchFamily="34" charset="0"/>
              </a:rPr>
              <a:t>Generative models learn the distribution of data so they can create new, realistic examples — images, audio, and text that never existed before.</a:t>
            </a:r>
          </a:p>
        </p:txBody>
      </p:sp>
      <p:sp>
        <p:nvSpPr>
          <p:cNvPr id="20" name="Card1"/>
          <p:cNvSpPr/>
          <p:nvPr/>
        </p:nvSpPr>
        <p:spPr>
          <a:xfrm>
            <a:off x="504031" y="2480000"/>
            <a:ext cx="2790854" cy="1720000"/>
          </a:xfrm>
          <a:prstGeom prst="roundRect">
            <a:avLst/>
          </a:prstGeom>
          <a:solidFill>
            <a:srgbClr val="EAF5F7"/>
          </a:solidFill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600"/>
              </a:spcAft>
            </a:pPr>
            <a:r>
              <a:rPr lang="en-US" sz="1600" b="1">
                <a:solidFill>
                  <a:srgbClr val="1398AB"/>
                </a:solidFill>
                <a:latin typeface="Arial" panose="020B0604020202020204" pitchFamily="34" charset="0"/>
              </a:rPr>
              <a:t>What It Is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Models that generate new data resembling their training set.</a:t>
            </a:r>
          </a:p>
        </p:txBody>
      </p:sp>
      <p:sp>
        <p:nvSpPr>
          <p:cNvPr id="21" name="Card2"/>
          <p:cNvSpPr/>
          <p:nvPr/>
        </p:nvSpPr>
        <p:spPr>
          <a:xfrm>
            <a:off x="3644885" y="2480000"/>
            <a:ext cx="2790854" cy="1720000"/>
          </a:xfrm>
          <a:prstGeom prst="roundRect">
            <a:avLst/>
          </a:prstGeom>
          <a:solidFill>
            <a:srgbClr val="EAF5F7"/>
          </a:solidFill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600"/>
              </a:spcAft>
            </a:pPr>
            <a:r>
              <a:rPr lang="en-US" sz="1600" b="1">
                <a:solidFill>
                  <a:srgbClr val="1398AB"/>
                </a:solidFill>
                <a:latin typeface="Arial" panose="020B0604020202020204" pitchFamily="34" charset="0"/>
              </a:rPr>
              <a:t>The Families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Autoencoders, GANs, and diffusion models lead the way.</a:t>
            </a:r>
          </a:p>
        </p:txBody>
      </p:sp>
      <p:sp>
        <p:nvSpPr>
          <p:cNvPr id="22" name="Card3"/>
          <p:cNvSpPr/>
          <p:nvPr/>
        </p:nvSpPr>
        <p:spPr>
          <a:xfrm>
            <a:off x="6785739" y="2480000"/>
            <a:ext cx="2790854" cy="1720000"/>
          </a:xfrm>
          <a:prstGeom prst="roundRect">
            <a:avLst/>
          </a:prstGeom>
          <a:solidFill>
            <a:srgbClr val="EAF5F7"/>
          </a:solidFill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600"/>
              </a:spcAft>
            </a:pPr>
            <a:r>
              <a:rPr lang="en-US" sz="1600" b="1">
                <a:solidFill>
                  <a:srgbClr val="1398AB"/>
                </a:solidFill>
                <a:latin typeface="Arial" panose="020B0604020202020204" pitchFamily="34" charset="0"/>
              </a:rPr>
              <a:t>Why It Matters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Powers image generation, design, and synthetic data.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Background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380" y="0"/>
            <a:ext cx="10078245" cy="5580063"/>
          </a:xfrm>
          <a:prstGeom prst="rect">
            <a:avLst/>
          </a:prstGeom>
        </p:spPr>
      </p:pic>
      <p:sp>
        <p:nvSpPr>
          <p:cNvPr id="10" name="Eyebrow"/>
          <p:cNvSpPr txBox="1"/>
          <p:nvPr/>
        </p:nvSpPr>
        <p:spPr>
          <a:xfrm>
            <a:off x="514031" y="330000"/>
            <a:ext cx="9000000" cy="32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 fontScale="77500" lnSpcReduction="20000"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400" b="1">
                <a:solidFill>
                  <a:srgbClr val="1398AB"/>
                </a:solidFill>
                <a:latin typeface="Arial" panose="020B0604020202020204" pitchFamily="34" charset="0"/>
              </a:rPr>
              <a:t>MODULE 09 — KEY CONCEPTS</a:t>
            </a:r>
          </a:p>
        </p:txBody>
      </p:sp>
      <p:sp>
        <p:nvSpPr>
          <p:cNvPr id="11" name="Heading"/>
          <p:cNvSpPr txBox="1"/>
          <p:nvPr/>
        </p:nvSpPr>
        <p:spPr>
          <a:xfrm>
            <a:off x="504031" y="630000"/>
            <a:ext cx="9072563" cy="85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2800" b="1">
                <a:solidFill>
                  <a:srgbClr val="333333"/>
                </a:solidFill>
                <a:latin typeface="Arial" panose="020B0604020202020204" pitchFamily="34" charset="0"/>
              </a:rPr>
              <a:t>Generative Deep Learning</a:t>
            </a:r>
          </a:p>
        </p:txBody>
      </p:sp>
      <p:sp>
        <p:nvSpPr>
          <p:cNvPr id="12" name="Rule"/>
          <p:cNvSpPr/>
          <p:nvPr/>
        </p:nvSpPr>
        <p:spPr>
          <a:xfrm>
            <a:off x="514031" y="1470000"/>
            <a:ext cx="1500000" cy="55000"/>
          </a:xfrm>
          <a:prstGeom prst="rect">
            <a:avLst/>
          </a:prstGeom>
          <a:solidFill>
            <a:srgbClr val="1398AB"/>
          </a:solidFill>
        </p:spPr>
        <p:txBody>
          <a:bodyPr wrap="square" lIns="137160" tIns="91440" rIns="137160" bIns="91440" rtlCol="0">
            <a:normAutofit fontScale="25000" lnSpcReduction="20000"/>
          </a:bodyPr>
          <a:lstStyle/>
          <a:p>
            <a:endParaRPr lang="en-US"/>
          </a:p>
        </p:txBody>
      </p:sp>
      <p:sp>
        <p:nvSpPr>
          <p:cNvPr id="20" name="Col1"/>
          <p:cNvSpPr txBox="1"/>
          <p:nvPr/>
        </p:nvSpPr>
        <p:spPr>
          <a:xfrm>
            <a:off x="504031" y="1660000"/>
            <a:ext cx="4300000" cy="310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100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Autoencoders  </a:t>
            </a: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—  compress data to a code, then reconstruct it.</a:t>
            </a:r>
          </a:p>
          <a:p>
            <a:pPr marL="0" indent="0">
              <a:spcBef>
                <a:spcPts val="0"/>
              </a:spcBef>
              <a:spcAft>
                <a:spcPts val="100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VAEs  </a:t>
            </a: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—  learn a smooth latent space you can sample from.</a:t>
            </a:r>
          </a:p>
          <a:p>
            <a:pPr marL="0" indent="0">
              <a:spcBef>
                <a:spcPts val="0"/>
              </a:spcBef>
              <a:spcAft>
                <a:spcPts val="100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GANs  </a:t>
            </a: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—  a generator and critic compete to create realism.</a:t>
            </a:r>
          </a:p>
        </p:txBody>
      </p:sp>
      <p:sp>
        <p:nvSpPr>
          <p:cNvPr id="21" name="Col2"/>
          <p:cNvSpPr txBox="1"/>
          <p:nvPr/>
        </p:nvSpPr>
        <p:spPr>
          <a:xfrm>
            <a:off x="5276531" y="1660000"/>
            <a:ext cx="4300000" cy="310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100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Diffusion Models  </a:t>
            </a: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—  denoise random noise into detailed images.</a:t>
            </a:r>
          </a:p>
          <a:p>
            <a:pPr marL="0" indent="0">
              <a:spcBef>
                <a:spcPts val="0"/>
              </a:spcBef>
              <a:spcAft>
                <a:spcPts val="100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Latent Space  </a:t>
            </a: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—  the compact space where meaning is encoded.</a:t>
            </a:r>
          </a:p>
          <a:p>
            <a:pPr marL="0" indent="0">
              <a:spcBef>
                <a:spcPts val="0"/>
              </a:spcBef>
              <a:spcAft>
                <a:spcPts val="100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Evaluation  </a:t>
            </a: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—  metrics like FID judge sample quality.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Background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380" y="0"/>
            <a:ext cx="10078245" cy="5580063"/>
          </a:xfrm>
          <a:prstGeom prst="rect">
            <a:avLst/>
          </a:prstGeom>
        </p:spPr>
      </p:pic>
      <p:sp>
        <p:nvSpPr>
          <p:cNvPr id="10" name="Eyebrow"/>
          <p:cNvSpPr txBox="1"/>
          <p:nvPr/>
        </p:nvSpPr>
        <p:spPr>
          <a:xfrm>
            <a:off x="514031" y="330000"/>
            <a:ext cx="9000000" cy="32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 fontScale="77500" lnSpcReduction="20000"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400" b="1">
                <a:solidFill>
                  <a:srgbClr val="1398AB"/>
                </a:solidFill>
                <a:latin typeface="Arial" panose="020B0604020202020204" pitchFamily="34" charset="0"/>
              </a:rPr>
              <a:t>MODULE 09 — EXAMPLE</a:t>
            </a:r>
          </a:p>
        </p:txBody>
      </p:sp>
      <p:sp>
        <p:nvSpPr>
          <p:cNvPr id="11" name="Heading"/>
          <p:cNvSpPr txBox="1"/>
          <p:nvPr/>
        </p:nvSpPr>
        <p:spPr>
          <a:xfrm>
            <a:off x="504031" y="630000"/>
            <a:ext cx="9072563" cy="85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2800" b="1">
                <a:solidFill>
                  <a:srgbClr val="333333"/>
                </a:solidFill>
                <a:latin typeface="Arial" panose="020B0604020202020204" pitchFamily="34" charset="0"/>
              </a:rPr>
              <a:t>Generative Deep Learning</a:t>
            </a:r>
          </a:p>
        </p:txBody>
      </p:sp>
      <p:sp>
        <p:nvSpPr>
          <p:cNvPr id="12" name="Rule"/>
          <p:cNvSpPr/>
          <p:nvPr/>
        </p:nvSpPr>
        <p:spPr>
          <a:xfrm>
            <a:off x="514031" y="1470000"/>
            <a:ext cx="1500000" cy="55000"/>
          </a:xfrm>
          <a:prstGeom prst="rect">
            <a:avLst/>
          </a:prstGeom>
          <a:solidFill>
            <a:srgbClr val="1398AB"/>
          </a:solidFill>
        </p:spPr>
        <p:txBody>
          <a:bodyPr wrap="square" lIns="137160" tIns="91440" rIns="137160" bIns="91440" rtlCol="0">
            <a:normAutofit fontScale="25000" lnSpcReduction="20000"/>
          </a:bodyPr>
          <a:lstStyle/>
          <a:p>
            <a:endParaRPr lang="en-US"/>
          </a:p>
        </p:txBody>
      </p:sp>
      <p:sp>
        <p:nvSpPr>
          <p:cNvPr id="13" name="Scenario"/>
          <p:cNvSpPr/>
          <p:nvPr/>
        </p:nvSpPr>
        <p:spPr>
          <a:xfrm>
            <a:off x="504031" y="1640000"/>
            <a:ext cx="9072563" cy="940000"/>
          </a:xfrm>
          <a:prstGeom prst="roundRect">
            <a:avLst/>
          </a:prstGeom>
          <a:solidFill>
            <a:srgbClr val="EAF5F7"/>
          </a:solidFill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500"/>
              </a:spcAft>
            </a:pPr>
            <a:r>
              <a:rPr lang="en-US" sz="1500" b="1">
                <a:solidFill>
                  <a:srgbClr val="1398AB"/>
                </a:solidFill>
                <a:latin typeface="Arial" panose="020B0604020202020204" pitchFamily="34" charset="0"/>
              </a:rPr>
              <a:t>Scenario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A studio needs fresh product-concept images on demand.</a:t>
            </a:r>
          </a:p>
        </p:txBody>
      </p:sp>
      <p:sp>
        <p:nvSpPr>
          <p:cNvPr id="20" name="Step1"/>
          <p:cNvSpPr/>
          <p:nvPr/>
        </p:nvSpPr>
        <p:spPr>
          <a:xfrm>
            <a:off x="504031" y="2740000"/>
            <a:ext cx="2790854" cy="1980000"/>
          </a:xfrm>
          <a:prstGeom prst="roundRect">
            <a:avLst/>
          </a:prstGeom>
          <a:solidFill>
            <a:srgbClr val="EAF5F7"/>
          </a:solidFill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500"/>
              </a:spcAft>
            </a:pPr>
            <a:r>
              <a:rPr lang="en-US" sz="1450" b="1">
                <a:solidFill>
                  <a:srgbClr val="1398AB"/>
                </a:solidFill>
                <a:latin typeface="Arial" panose="020B0604020202020204" pitchFamily="34" charset="0"/>
              </a:rPr>
              <a:t>The Data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A large collection of product photos.</a:t>
            </a:r>
          </a:p>
        </p:txBody>
      </p:sp>
      <p:sp>
        <p:nvSpPr>
          <p:cNvPr id="21" name="Step2"/>
          <p:cNvSpPr/>
          <p:nvPr/>
        </p:nvSpPr>
        <p:spPr>
          <a:xfrm>
            <a:off x="3644885" y="2740000"/>
            <a:ext cx="2790854" cy="1980000"/>
          </a:xfrm>
          <a:prstGeom prst="roundRect">
            <a:avLst/>
          </a:prstGeom>
          <a:solidFill>
            <a:srgbClr val="EAF5F7"/>
          </a:solidFill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500"/>
              </a:spcAft>
            </a:pPr>
            <a:r>
              <a:rPr lang="en-US" sz="1450" b="1">
                <a:solidFill>
                  <a:srgbClr val="1398AB"/>
                </a:solidFill>
                <a:latin typeface="Arial" panose="020B0604020202020204" pitchFamily="34" charset="0"/>
              </a:rPr>
              <a:t>The Approach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A diffusion model learns to generate new designs from prompts.</a:t>
            </a:r>
          </a:p>
        </p:txBody>
      </p:sp>
      <p:sp>
        <p:nvSpPr>
          <p:cNvPr id="22" name="Step3"/>
          <p:cNvSpPr/>
          <p:nvPr/>
        </p:nvSpPr>
        <p:spPr>
          <a:xfrm>
            <a:off x="6785739" y="2740000"/>
            <a:ext cx="2790854" cy="1980000"/>
          </a:xfrm>
          <a:prstGeom prst="roundRect">
            <a:avLst/>
          </a:prstGeom>
          <a:solidFill>
            <a:srgbClr val="EAF5F7"/>
          </a:solidFill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500"/>
              </a:spcAft>
            </a:pPr>
            <a:r>
              <a:rPr lang="en-US" sz="1450" b="1">
                <a:solidFill>
                  <a:srgbClr val="1398AB"/>
                </a:solidFill>
                <a:latin typeface="Arial" panose="020B0604020202020204" pitchFamily="34" charset="0"/>
              </a:rPr>
              <a:t>The Result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Novel, on-brand concept images in seconds.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Background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380" y="0"/>
            <a:ext cx="10078245" cy="5580063"/>
          </a:xfrm>
          <a:prstGeom prst="rect">
            <a:avLst/>
          </a:prstGeom>
        </p:spPr>
      </p:pic>
      <p:sp>
        <p:nvSpPr>
          <p:cNvPr id="10" name="Eyebrow"/>
          <p:cNvSpPr txBox="1"/>
          <p:nvPr/>
        </p:nvSpPr>
        <p:spPr>
          <a:xfrm>
            <a:off x="514031" y="330000"/>
            <a:ext cx="9000000" cy="32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 fontScale="77500" lnSpcReduction="20000"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400" b="1">
                <a:solidFill>
                  <a:srgbClr val="1398AB"/>
                </a:solidFill>
                <a:latin typeface="Arial" panose="020B0604020202020204" pitchFamily="34" charset="0"/>
              </a:rPr>
              <a:t>MODULE 09 — QUIZ</a:t>
            </a:r>
          </a:p>
        </p:txBody>
      </p:sp>
      <p:sp>
        <p:nvSpPr>
          <p:cNvPr id="11" name="Heading"/>
          <p:cNvSpPr txBox="1"/>
          <p:nvPr/>
        </p:nvSpPr>
        <p:spPr>
          <a:xfrm>
            <a:off x="504031" y="630000"/>
            <a:ext cx="9072563" cy="85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2800" b="1">
                <a:solidFill>
                  <a:srgbClr val="333333"/>
                </a:solidFill>
                <a:latin typeface="Arial" panose="020B0604020202020204" pitchFamily="34" charset="0"/>
              </a:rPr>
              <a:t>Generative Deep Learning</a:t>
            </a:r>
          </a:p>
        </p:txBody>
      </p:sp>
      <p:sp>
        <p:nvSpPr>
          <p:cNvPr id="12" name="Rule"/>
          <p:cNvSpPr/>
          <p:nvPr/>
        </p:nvSpPr>
        <p:spPr>
          <a:xfrm>
            <a:off x="514031" y="1470000"/>
            <a:ext cx="1500000" cy="55000"/>
          </a:xfrm>
          <a:prstGeom prst="rect">
            <a:avLst/>
          </a:prstGeom>
          <a:solidFill>
            <a:srgbClr val="1398AB"/>
          </a:solidFill>
        </p:spPr>
        <p:txBody>
          <a:bodyPr wrap="square" lIns="137160" tIns="91440" rIns="137160" bIns="91440" rtlCol="0">
            <a:normAutofit fontScale="25000" lnSpcReduction="20000"/>
          </a:bodyPr>
          <a:lstStyle/>
          <a:p>
            <a:endParaRPr lang="en-US"/>
          </a:p>
        </p:txBody>
      </p:sp>
      <p:sp>
        <p:nvSpPr>
          <p:cNvPr id="20" name="Q1"/>
          <p:cNvSpPr txBox="1"/>
          <p:nvPr/>
        </p:nvSpPr>
        <p:spPr>
          <a:xfrm>
            <a:off x="504031" y="1600000"/>
            <a:ext cx="9072563" cy="113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300"/>
              </a:spcAft>
            </a:pPr>
            <a:r>
              <a:rPr lang="en-US" sz="1400" b="1">
                <a:solidFill>
                  <a:srgbClr val="1398AB"/>
                </a:solidFill>
                <a:latin typeface="Arial" panose="020B0604020202020204" pitchFamily="34" charset="0"/>
              </a:rPr>
              <a:t>Q1.  </a:t>
            </a:r>
            <a:r>
              <a:rPr lang="en-US" sz="1400" b="1">
                <a:solidFill>
                  <a:srgbClr val="333333"/>
                </a:solidFill>
                <a:latin typeface="Arial" panose="020B0604020202020204" pitchFamily="34" charset="0"/>
              </a:rPr>
              <a:t>A GAN is made up of…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A) A generator and a discriminator    B) Two datasets    C) One pooling layer</a:t>
            </a:r>
          </a:p>
        </p:txBody>
      </p:sp>
      <p:sp>
        <p:nvSpPr>
          <p:cNvPr id="21" name="Q2"/>
          <p:cNvSpPr txBox="1"/>
          <p:nvPr/>
        </p:nvSpPr>
        <p:spPr>
          <a:xfrm>
            <a:off x="504031" y="2730000"/>
            <a:ext cx="9072563" cy="113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300"/>
              </a:spcAft>
            </a:pPr>
            <a:r>
              <a:rPr lang="en-US" sz="1400" b="1">
                <a:solidFill>
                  <a:srgbClr val="1398AB"/>
                </a:solidFill>
                <a:latin typeface="Arial" panose="020B0604020202020204" pitchFamily="34" charset="0"/>
              </a:rPr>
              <a:t>Q2.  </a:t>
            </a:r>
            <a:r>
              <a:rPr lang="en-US" sz="1400" b="1">
                <a:solidFill>
                  <a:srgbClr val="333333"/>
                </a:solidFill>
                <a:latin typeface="Arial" panose="020B0604020202020204" pitchFamily="34" charset="0"/>
              </a:rPr>
              <a:t>Diffusion models create images by…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A) Sorting pixels    B) Gradually denoising random noise    C) Cropping photos</a:t>
            </a:r>
          </a:p>
        </p:txBody>
      </p:sp>
      <p:sp>
        <p:nvSpPr>
          <p:cNvPr id="22" name="Q3"/>
          <p:cNvSpPr txBox="1"/>
          <p:nvPr/>
        </p:nvSpPr>
        <p:spPr>
          <a:xfrm>
            <a:off x="504031" y="3860000"/>
            <a:ext cx="9072563" cy="113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300"/>
              </a:spcAft>
            </a:pPr>
            <a:r>
              <a:rPr lang="en-US" sz="1400" b="1">
                <a:solidFill>
                  <a:srgbClr val="1398AB"/>
                </a:solidFill>
                <a:latin typeface="Arial" panose="020B0604020202020204" pitchFamily="34" charset="0"/>
              </a:rPr>
              <a:t>Q3.  </a:t>
            </a:r>
            <a:r>
              <a:rPr lang="en-US" sz="1400" b="1">
                <a:solidFill>
                  <a:srgbClr val="333333"/>
                </a:solidFill>
                <a:latin typeface="Arial" panose="020B0604020202020204" pitchFamily="34" charset="0"/>
              </a:rPr>
              <a:t>An autoencoder learns to…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A) Compress and reconstruct data    B) Label images    C) Delete features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Background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380" y="0"/>
            <a:ext cx="10078245" cy="5580063"/>
          </a:xfrm>
          <a:prstGeom prst="rect">
            <a:avLst/>
          </a:prstGeom>
        </p:spPr>
      </p:pic>
      <p:sp>
        <p:nvSpPr>
          <p:cNvPr id="10" name="Eyebrow"/>
          <p:cNvSpPr txBox="1"/>
          <p:nvPr/>
        </p:nvSpPr>
        <p:spPr>
          <a:xfrm>
            <a:off x="514031" y="330000"/>
            <a:ext cx="9000000" cy="32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 fontScale="77500" lnSpcReduction="20000"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400" b="1">
                <a:solidFill>
                  <a:srgbClr val="1398AB"/>
                </a:solidFill>
                <a:latin typeface="Arial" panose="020B0604020202020204" pitchFamily="34" charset="0"/>
              </a:rPr>
              <a:t>MODULE 10 — OVERVIEW</a:t>
            </a:r>
          </a:p>
        </p:txBody>
      </p:sp>
      <p:sp>
        <p:nvSpPr>
          <p:cNvPr id="11" name="Heading"/>
          <p:cNvSpPr txBox="1"/>
          <p:nvPr/>
        </p:nvSpPr>
        <p:spPr>
          <a:xfrm>
            <a:off x="504031" y="630000"/>
            <a:ext cx="9072563" cy="85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2800" b="1">
                <a:solidFill>
                  <a:srgbClr val="333333"/>
                </a:solidFill>
                <a:latin typeface="Arial" panose="020B0604020202020204" pitchFamily="34" charset="0"/>
              </a:rPr>
              <a:t>LLMs, Deployment &amp; MLOps</a:t>
            </a:r>
          </a:p>
        </p:txBody>
      </p:sp>
      <p:sp>
        <p:nvSpPr>
          <p:cNvPr id="12" name="Rule"/>
          <p:cNvSpPr/>
          <p:nvPr/>
        </p:nvSpPr>
        <p:spPr>
          <a:xfrm>
            <a:off x="514031" y="1470000"/>
            <a:ext cx="1500000" cy="55000"/>
          </a:xfrm>
          <a:prstGeom prst="rect">
            <a:avLst/>
          </a:prstGeom>
          <a:solidFill>
            <a:srgbClr val="1398AB"/>
          </a:solidFill>
        </p:spPr>
        <p:txBody>
          <a:bodyPr wrap="square" lIns="137160" tIns="91440" rIns="137160" bIns="91440" rtlCol="0">
            <a:normAutofit fontScale="25000" lnSpcReduction="20000"/>
          </a:bodyPr>
          <a:lstStyle/>
          <a:p>
            <a:endParaRPr lang="en-US"/>
          </a:p>
        </p:txBody>
      </p:sp>
      <p:sp>
        <p:nvSpPr>
          <p:cNvPr id="13" name="Intro"/>
          <p:cNvSpPr txBox="1"/>
          <p:nvPr/>
        </p:nvSpPr>
        <p:spPr>
          <a:xfrm>
            <a:off x="504031" y="1640000"/>
            <a:ext cx="9072563" cy="70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500">
                <a:solidFill>
                  <a:srgbClr val="333333"/>
                </a:solidFill>
                <a:latin typeface="Arial" panose="020B0604020202020204" pitchFamily="34" charset="0"/>
              </a:rPr>
              <a:t>Large language models scaled transformers to billions of parameters. Putting deep learning to work also means serving, monitoring, and using these models responsibly.</a:t>
            </a:r>
          </a:p>
        </p:txBody>
      </p:sp>
      <p:sp>
        <p:nvSpPr>
          <p:cNvPr id="20" name="Card1"/>
          <p:cNvSpPr/>
          <p:nvPr/>
        </p:nvSpPr>
        <p:spPr>
          <a:xfrm>
            <a:off x="504031" y="2480000"/>
            <a:ext cx="2790854" cy="1720000"/>
          </a:xfrm>
          <a:prstGeom prst="roundRect">
            <a:avLst/>
          </a:prstGeom>
          <a:solidFill>
            <a:srgbClr val="EAF5F7"/>
          </a:solidFill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600"/>
              </a:spcAft>
            </a:pPr>
            <a:r>
              <a:rPr lang="en-US" sz="1600" b="1">
                <a:solidFill>
                  <a:srgbClr val="1398AB"/>
                </a:solidFill>
                <a:latin typeface="Arial" panose="020B0604020202020204" pitchFamily="34" charset="0"/>
              </a:rPr>
              <a:t>Bring It Together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Go from a trained model to a product people can use.</a:t>
            </a:r>
          </a:p>
        </p:txBody>
      </p:sp>
      <p:sp>
        <p:nvSpPr>
          <p:cNvPr id="21" name="Card2"/>
          <p:cNvSpPr/>
          <p:nvPr/>
        </p:nvSpPr>
        <p:spPr>
          <a:xfrm>
            <a:off x="3644885" y="2480000"/>
            <a:ext cx="2790854" cy="1720000"/>
          </a:xfrm>
          <a:prstGeom prst="roundRect">
            <a:avLst/>
          </a:prstGeom>
          <a:solidFill>
            <a:srgbClr val="EAF5F7"/>
          </a:solidFill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600"/>
              </a:spcAft>
            </a:pPr>
            <a:r>
              <a:rPr lang="en-US" sz="1600" b="1">
                <a:solidFill>
                  <a:srgbClr val="1398AB"/>
                </a:solidFill>
                <a:latin typeface="Arial" panose="020B0604020202020204" pitchFamily="34" charset="0"/>
              </a:rPr>
              <a:t>The Frontier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LLMs, fine-tuning, and prompting drive modern AI.</a:t>
            </a:r>
          </a:p>
        </p:txBody>
      </p:sp>
      <p:sp>
        <p:nvSpPr>
          <p:cNvPr id="22" name="Card3"/>
          <p:cNvSpPr/>
          <p:nvPr/>
        </p:nvSpPr>
        <p:spPr>
          <a:xfrm>
            <a:off x="6785739" y="2480000"/>
            <a:ext cx="2790854" cy="1720000"/>
          </a:xfrm>
          <a:prstGeom prst="roundRect">
            <a:avLst/>
          </a:prstGeom>
          <a:solidFill>
            <a:srgbClr val="EAF5F7"/>
          </a:solidFill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600"/>
              </a:spcAft>
            </a:pPr>
            <a:r>
              <a:rPr lang="en-US" sz="1600" b="1">
                <a:solidFill>
                  <a:srgbClr val="1398AB"/>
                </a:solidFill>
                <a:latin typeface="Arial" panose="020B0604020202020204" pitchFamily="34" charset="0"/>
              </a:rPr>
              <a:t>Do It Responsibly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Watch for bias, cost, privacy, and reliability.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Background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380" y="0"/>
            <a:ext cx="10078245" cy="5580063"/>
          </a:xfrm>
          <a:prstGeom prst="rect">
            <a:avLst/>
          </a:prstGeom>
        </p:spPr>
      </p:pic>
      <p:sp>
        <p:nvSpPr>
          <p:cNvPr id="10" name="Eyebrow"/>
          <p:cNvSpPr txBox="1"/>
          <p:nvPr/>
        </p:nvSpPr>
        <p:spPr>
          <a:xfrm>
            <a:off x="514031" y="330000"/>
            <a:ext cx="9000000" cy="32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 fontScale="77500" lnSpcReduction="20000"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400" b="1">
                <a:solidFill>
                  <a:srgbClr val="1398AB"/>
                </a:solidFill>
                <a:latin typeface="Arial" panose="020B0604020202020204" pitchFamily="34" charset="0"/>
              </a:rPr>
              <a:t>MODULE 10 — KEY CONCEPTS</a:t>
            </a:r>
          </a:p>
        </p:txBody>
      </p:sp>
      <p:sp>
        <p:nvSpPr>
          <p:cNvPr id="11" name="Heading"/>
          <p:cNvSpPr txBox="1"/>
          <p:nvPr/>
        </p:nvSpPr>
        <p:spPr>
          <a:xfrm>
            <a:off x="504031" y="630000"/>
            <a:ext cx="9072563" cy="85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2800" b="1">
                <a:solidFill>
                  <a:srgbClr val="333333"/>
                </a:solidFill>
                <a:latin typeface="Arial" panose="020B0604020202020204" pitchFamily="34" charset="0"/>
              </a:rPr>
              <a:t>LLMs, Deployment &amp; MLOps</a:t>
            </a:r>
          </a:p>
        </p:txBody>
      </p:sp>
      <p:sp>
        <p:nvSpPr>
          <p:cNvPr id="12" name="Rule"/>
          <p:cNvSpPr/>
          <p:nvPr/>
        </p:nvSpPr>
        <p:spPr>
          <a:xfrm>
            <a:off x="514031" y="1470000"/>
            <a:ext cx="1500000" cy="55000"/>
          </a:xfrm>
          <a:prstGeom prst="rect">
            <a:avLst/>
          </a:prstGeom>
          <a:solidFill>
            <a:srgbClr val="1398AB"/>
          </a:solidFill>
        </p:spPr>
        <p:txBody>
          <a:bodyPr wrap="square" lIns="137160" tIns="91440" rIns="137160" bIns="91440" rtlCol="0">
            <a:normAutofit fontScale="25000" lnSpcReduction="20000"/>
          </a:bodyPr>
          <a:lstStyle/>
          <a:p>
            <a:endParaRPr lang="en-US"/>
          </a:p>
        </p:txBody>
      </p:sp>
      <p:sp>
        <p:nvSpPr>
          <p:cNvPr id="20" name="Col1"/>
          <p:cNvSpPr txBox="1"/>
          <p:nvPr/>
        </p:nvSpPr>
        <p:spPr>
          <a:xfrm>
            <a:off x="504031" y="1660000"/>
            <a:ext cx="4300000" cy="310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100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Large Language Models  </a:t>
            </a: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—  transformers trained on vast text corpora.</a:t>
            </a:r>
          </a:p>
          <a:p>
            <a:pPr marL="0" indent="0">
              <a:spcBef>
                <a:spcPts val="0"/>
              </a:spcBef>
              <a:spcAft>
                <a:spcPts val="100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Fine-Tuning &amp; LoRA  </a:t>
            </a: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—  adapt a base model to your domain cheaply.</a:t>
            </a:r>
          </a:p>
          <a:p>
            <a:pPr marL="0" indent="0">
              <a:spcBef>
                <a:spcPts val="0"/>
              </a:spcBef>
              <a:spcAft>
                <a:spcPts val="100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Prompting &amp; RAG  </a:t>
            </a: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—  guide models and ground them in your data.</a:t>
            </a:r>
          </a:p>
        </p:txBody>
      </p:sp>
      <p:sp>
        <p:nvSpPr>
          <p:cNvPr id="21" name="Col2"/>
          <p:cNvSpPr txBox="1"/>
          <p:nvPr/>
        </p:nvSpPr>
        <p:spPr>
          <a:xfrm>
            <a:off x="5276531" y="1660000"/>
            <a:ext cx="4300000" cy="310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100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Serving  </a:t>
            </a: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—  deploy models behind fast, scalable APIs.</a:t>
            </a:r>
          </a:p>
          <a:p>
            <a:pPr marL="0" indent="0">
              <a:spcBef>
                <a:spcPts val="0"/>
              </a:spcBef>
              <a:spcAft>
                <a:spcPts val="100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MLOps  </a:t>
            </a: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—  version, monitor, and retrain models in production.</a:t>
            </a:r>
          </a:p>
          <a:p>
            <a:pPr marL="0" indent="0">
              <a:spcBef>
                <a:spcPts val="0"/>
              </a:spcBef>
              <a:spcAft>
                <a:spcPts val="100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Responsible AI  </a:t>
            </a: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—  address bias, safety, privacy, and cost.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Background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380" y="0"/>
            <a:ext cx="10078245" cy="5580063"/>
          </a:xfrm>
          <a:prstGeom prst="rect">
            <a:avLst/>
          </a:prstGeom>
        </p:spPr>
      </p:pic>
      <p:sp>
        <p:nvSpPr>
          <p:cNvPr id="10" name="Eyebrow"/>
          <p:cNvSpPr txBox="1"/>
          <p:nvPr/>
        </p:nvSpPr>
        <p:spPr>
          <a:xfrm>
            <a:off x="514031" y="330000"/>
            <a:ext cx="9000000" cy="32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 fontScale="77500" lnSpcReduction="20000"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400" b="1">
                <a:solidFill>
                  <a:srgbClr val="1398AB"/>
                </a:solidFill>
                <a:latin typeface="Arial" panose="020B0604020202020204" pitchFamily="34" charset="0"/>
              </a:rPr>
              <a:t>MODULE 10 — EXAMPLE</a:t>
            </a:r>
          </a:p>
        </p:txBody>
      </p:sp>
      <p:sp>
        <p:nvSpPr>
          <p:cNvPr id="11" name="Heading"/>
          <p:cNvSpPr txBox="1"/>
          <p:nvPr/>
        </p:nvSpPr>
        <p:spPr>
          <a:xfrm>
            <a:off x="504031" y="630000"/>
            <a:ext cx="9072563" cy="85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2800" b="1">
                <a:solidFill>
                  <a:srgbClr val="333333"/>
                </a:solidFill>
                <a:latin typeface="Arial" panose="020B0604020202020204" pitchFamily="34" charset="0"/>
              </a:rPr>
              <a:t>LLMs, Deployment &amp; MLOps</a:t>
            </a:r>
          </a:p>
        </p:txBody>
      </p:sp>
      <p:sp>
        <p:nvSpPr>
          <p:cNvPr id="12" name="Rule"/>
          <p:cNvSpPr/>
          <p:nvPr/>
        </p:nvSpPr>
        <p:spPr>
          <a:xfrm>
            <a:off x="514031" y="1470000"/>
            <a:ext cx="1500000" cy="55000"/>
          </a:xfrm>
          <a:prstGeom prst="rect">
            <a:avLst/>
          </a:prstGeom>
          <a:solidFill>
            <a:srgbClr val="1398AB"/>
          </a:solidFill>
        </p:spPr>
        <p:txBody>
          <a:bodyPr wrap="square" lIns="137160" tIns="91440" rIns="137160" bIns="91440" rtlCol="0">
            <a:normAutofit fontScale="25000" lnSpcReduction="20000"/>
          </a:bodyPr>
          <a:lstStyle/>
          <a:p>
            <a:endParaRPr lang="en-US"/>
          </a:p>
        </p:txBody>
      </p:sp>
      <p:sp>
        <p:nvSpPr>
          <p:cNvPr id="13" name="Scenario"/>
          <p:cNvSpPr/>
          <p:nvPr/>
        </p:nvSpPr>
        <p:spPr>
          <a:xfrm>
            <a:off x="504031" y="1640000"/>
            <a:ext cx="9072563" cy="940000"/>
          </a:xfrm>
          <a:prstGeom prst="roundRect">
            <a:avLst/>
          </a:prstGeom>
          <a:solidFill>
            <a:srgbClr val="EAF5F7"/>
          </a:solidFill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500"/>
              </a:spcAft>
            </a:pPr>
            <a:r>
              <a:rPr lang="en-US" sz="1500" b="1">
                <a:solidFill>
                  <a:srgbClr val="1398AB"/>
                </a:solidFill>
                <a:latin typeface="Arial" panose="020B0604020202020204" pitchFamily="34" charset="0"/>
              </a:rPr>
              <a:t>Scenario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350">
                <a:solidFill>
                  <a:srgbClr val="333333"/>
                </a:solidFill>
                <a:latin typeface="Arial" panose="020B0604020202020204" pitchFamily="34" charset="0"/>
              </a:rPr>
              <a:t>A company launches an assistant over its internal knowledge base.</a:t>
            </a:r>
          </a:p>
        </p:txBody>
      </p:sp>
      <p:sp>
        <p:nvSpPr>
          <p:cNvPr id="20" name="Step1"/>
          <p:cNvSpPr/>
          <p:nvPr/>
        </p:nvSpPr>
        <p:spPr>
          <a:xfrm>
            <a:off x="504031" y="2740000"/>
            <a:ext cx="2790854" cy="1980000"/>
          </a:xfrm>
          <a:prstGeom prst="roundRect">
            <a:avLst/>
          </a:prstGeom>
          <a:solidFill>
            <a:srgbClr val="EAF5F7"/>
          </a:solidFill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500"/>
              </a:spcAft>
            </a:pPr>
            <a:r>
              <a:rPr lang="en-US" sz="1450" b="1">
                <a:solidFill>
                  <a:srgbClr val="1398AB"/>
                </a:solidFill>
                <a:latin typeface="Arial" panose="020B0604020202020204" pitchFamily="34" charset="0"/>
              </a:rPr>
              <a:t>The Data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Thousands of internal documents and FAQs.</a:t>
            </a:r>
          </a:p>
        </p:txBody>
      </p:sp>
      <p:sp>
        <p:nvSpPr>
          <p:cNvPr id="21" name="Step2"/>
          <p:cNvSpPr/>
          <p:nvPr/>
        </p:nvSpPr>
        <p:spPr>
          <a:xfrm>
            <a:off x="3644885" y="2740000"/>
            <a:ext cx="2790854" cy="1980000"/>
          </a:xfrm>
          <a:prstGeom prst="roundRect">
            <a:avLst/>
          </a:prstGeom>
          <a:solidFill>
            <a:srgbClr val="EAF5F7"/>
          </a:solidFill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500"/>
              </a:spcAft>
            </a:pPr>
            <a:r>
              <a:rPr lang="en-US" sz="1450" b="1">
                <a:solidFill>
                  <a:srgbClr val="1398AB"/>
                </a:solidFill>
                <a:latin typeface="Arial" panose="020B0604020202020204" pitchFamily="34" charset="0"/>
              </a:rPr>
              <a:t>The Approach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Retrieval-augmented generation grounds an LLM in the documents.</a:t>
            </a:r>
          </a:p>
        </p:txBody>
      </p:sp>
      <p:sp>
        <p:nvSpPr>
          <p:cNvPr id="22" name="Step3"/>
          <p:cNvSpPr/>
          <p:nvPr/>
        </p:nvSpPr>
        <p:spPr>
          <a:xfrm>
            <a:off x="6785739" y="2740000"/>
            <a:ext cx="2790854" cy="1980000"/>
          </a:xfrm>
          <a:prstGeom prst="roundRect">
            <a:avLst/>
          </a:prstGeom>
          <a:solidFill>
            <a:srgbClr val="EAF5F7"/>
          </a:solidFill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500"/>
              </a:spcAft>
            </a:pPr>
            <a:r>
              <a:rPr lang="en-US" sz="1450" b="1">
                <a:solidFill>
                  <a:srgbClr val="1398AB"/>
                </a:solidFill>
                <a:latin typeface="Arial" panose="020B0604020202020204" pitchFamily="34" charset="0"/>
              </a:rPr>
              <a:t>The Result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A deployed assistant that answers staff questions accurately.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Background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380" y="0"/>
            <a:ext cx="10078245" cy="5580063"/>
          </a:xfrm>
          <a:prstGeom prst="rect">
            <a:avLst/>
          </a:prstGeom>
        </p:spPr>
      </p:pic>
      <p:sp>
        <p:nvSpPr>
          <p:cNvPr id="10" name="Eyebrow"/>
          <p:cNvSpPr txBox="1"/>
          <p:nvPr/>
        </p:nvSpPr>
        <p:spPr>
          <a:xfrm>
            <a:off x="514031" y="330000"/>
            <a:ext cx="9000000" cy="32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 fontScale="77500" lnSpcReduction="20000"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400" b="1">
                <a:solidFill>
                  <a:srgbClr val="1398AB"/>
                </a:solidFill>
                <a:latin typeface="Arial" panose="020B0604020202020204" pitchFamily="34" charset="0"/>
              </a:rPr>
              <a:t>MODULE 10 — QUIZ</a:t>
            </a:r>
          </a:p>
        </p:txBody>
      </p:sp>
      <p:sp>
        <p:nvSpPr>
          <p:cNvPr id="11" name="Heading"/>
          <p:cNvSpPr txBox="1"/>
          <p:nvPr/>
        </p:nvSpPr>
        <p:spPr>
          <a:xfrm>
            <a:off x="504031" y="630000"/>
            <a:ext cx="9072563" cy="85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2800" b="1">
                <a:solidFill>
                  <a:srgbClr val="333333"/>
                </a:solidFill>
                <a:latin typeface="Arial" panose="020B0604020202020204" pitchFamily="34" charset="0"/>
              </a:rPr>
              <a:t>LLMs, Deployment &amp; MLOps</a:t>
            </a:r>
          </a:p>
        </p:txBody>
      </p:sp>
      <p:sp>
        <p:nvSpPr>
          <p:cNvPr id="12" name="Rule"/>
          <p:cNvSpPr/>
          <p:nvPr/>
        </p:nvSpPr>
        <p:spPr>
          <a:xfrm>
            <a:off x="514031" y="1470000"/>
            <a:ext cx="1500000" cy="55000"/>
          </a:xfrm>
          <a:prstGeom prst="rect">
            <a:avLst/>
          </a:prstGeom>
          <a:solidFill>
            <a:srgbClr val="1398AB"/>
          </a:solidFill>
        </p:spPr>
        <p:txBody>
          <a:bodyPr wrap="square" lIns="137160" tIns="91440" rIns="137160" bIns="91440" rtlCol="0">
            <a:normAutofit fontScale="25000" lnSpcReduction="20000"/>
          </a:bodyPr>
          <a:lstStyle/>
          <a:p>
            <a:endParaRPr lang="en-US"/>
          </a:p>
        </p:txBody>
      </p:sp>
      <p:sp>
        <p:nvSpPr>
          <p:cNvPr id="20" name="Q1"/>
          <p:cNvSpPr txBox="1"/>
          <p:nvPr/>
        </p:nvSpPr>
        <p:spPr>
          <a:xfrm>
            <a:off x="504031" y="1600000"/>
            <a:ext cx="9072563" cy="113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300"/>
              </a:spcAft>
            </a:pPr>
            <a:r>
              <a:rPr lang="en-US" sz="1400" b="1">
                <a:solidFill>
                  <a:srgbClr val="1398AB"/>
                </a:solidFill>
                <a:latin typeface="Arial" panose="020B0604020202020204" pitchFamily="34" charset="0"/>
              </a:rPr>
              <a:t>Q1.  </a:t>
            </a:r>
            <a:r>
              <a:rPr lang="en-US" sz="1400" b="1">
                <a:solidFill>
                  <a:srgbClr val="333333"/>
                </a:solidFill>
                <a:latin typeface="Arial" panose="020B0604020202020204" pitchFamily="34" charset="0"/>
              </a:rPr>
              <a:t>Large language models are based on…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A) The transformer architecture    B) K-Means    C) Decision trees</a:t>
            </a:r>
          </a:p>
        </p:txBody>
      </p:sp>
      <p:sp>
        <p:nvSpPr>
          <p:cNvPr id="21" name="Q2"/>
          <p:cNvSpPr txBox="1"/>
          <p:nvPr/>
        </p:nvSpPr>
        <p:spPr>
          <a:xfrm>
            <a:off x="504031" y="2730000"/>
            <a:ext cx="9072563" cy="113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300"/>
              </a:spcAft>
            </a:pPr>
            <a:r>
              <a:rPr lang="en-US" sz="1400" b="1">
                <a:solidFill>
                  <a:srgbClr val="1398AB"/>
                </a:solidFill>
                <a:latin typeface="Arial" panose="020B0604020202020204" pitchFamily="34" charset="0"/>
              </a:rPr>
              <a:t>Q2.  </a:t>
            </a:r>
            <a:r>
              <a:rPr lang="en-US" sz="1400" b="1">
                <a:solidFill>
                  <a:srgbClr val="333333"/>
                </a:solidFill>
                <a:latin typeface="Arial" panose="020B0604020202020204" pitchFamily="34" charset="0"/>
              </a:rPr>
              <a:t>RAG improves an LLM by…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A) Grounding answers in your own data    B) Deleting the model    C) Removing attention</a:t>
            </a:r>
          </a:p>
        </p:txBody>
      </p:sp>
      <p:sp>
        <p:nvSpPr>
          <p:cNvPr id="22" name="Q3"/>
          <p:cNvSpPr txBox="1"/>
          <p:nvPr/>
        </p:nvSpPr>
        <p:spPr>
          <a:xfrm>
            <a:off x="504031" y="3860000"/>
            <a:ext cx="9072563" cy="113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300"/>
              </a:spcAft>
            </a:pPr>
            <a:r>
              <a:rPr lang="en-US" sz="1400" b="1">
                <a:solidFill>
                  <a:srgbClr val="1398AB"/>
                </a:solidFill>
                <a:latin typeface="Arial" panose="020B0604020202020204" pitchFamily="34" charset="0"/>
              </a:rPr>
              <a:t>Q3.  </a:t>
            </a:r>
            <a:r>
              <a:rPr lang="en-US" sz="1400" b="1">
                <a:solidFill>
                  <a:srgbClr val="333333"/>
                </a:solidFill>
                <a:latin typeface="Arial" panose="020B0604020202020204" pitchFamily="34" charset="0"/>
              </a:rPr>
              <a:t>MLOps is mainly about…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250">
                <a:solidFill>
                  <a:srgbClr val="333333"/>
                </a:solidFill>
                <a:latin typeface="Arial" panose="020B0604020202020204" pitchFamily="34" charset="0"/>
              </a:rPr>
              <a:t>A) Deploying and monitoring models in production    B) Drawing logos    C) Buying laptops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Background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380" y="0"/>
            <a:ext cx="10078245" cy="5580063"/>
          </a:xfrm>
          <a:prstGeom prst="rect">
            <a:avLst/>
          </a:prstGeom>
        </p:spPr>
      </p:pic>
      <p:sp>
        <p:nvSpPr>
          <p:cNvPr id="10" name="Eyebrow"/>
          <p:cNvSpPr txBox="1"/>
          <p:nvPr/>
        </p:nvSpPr>
        <p:spPr>
          <a:xfrm>
            <a:off x="514031" y="330000"/>
            <a:ext cx="9000000" cy="32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 fontScale="77500" lnSpcReduction="20000"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400" b="1">
                <a:solidFill>
                  <a:srgbClr val="1398AB"/>
                </a:solidFill>
                <a:latin typeface="Arial" panose="020B0604020202020204" pitchFamily="34" charset="0"/>
              </a:rPr>
              <a:t>COURSE REVIEW</a:t>
            </a:r>
          </a:p>
        </p:txBody>
      </p:sp>
      <p:sp>
        <p:nvSpPr>
          <p:cNvPr id="11" name="Heading"/>
          <p:cNvSpPr txBox="1"/>
          <p:nvPr/>
        </p:nvSpPr>
        <p:spPr>
          <a:xfrm>
            <a:off x="504031" y="630000"/>
            <a:ext cx="9072563" cy="85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2800" b="1">
                <a:solidFill>
                  <a:srgbClr val="333333"/>
                </a:solidFill>
                <a:latin typeface="Arial" panose="020B0604020202020204" pitchFamily="34" charset="0"/>
              </a:rPr>
              <a:t>Answer Key</a:t>
            </a:r>
          </a:p>
        </p:txBody>
      </p:sp>
      <p:sp>
        <p:nvSpPr>
          <p:cNvPr id="12" name="Rule"/>
          <p:cNvSpPr/>
          <p:nvPr/>
        </p:nvSpPr>
        <p:spPr>
          <a:xfrm>
            <a:off x="514031" y="1470000"/>
            <a:ext cx="1500000" cy="55000"/>
          </a:xfrm>
          <a:prstGeom prst="rect">
            <a:avLst/>
          </a:prstGeom>
          <a:solidFill>
            <a:srgbClr val="1398AB"/>
          </a:solidFill>
        </p:spPr>
        <p:txBody>
          <a:bodyPr wrap="square" lIns="137160" tIns="91440" rIns="137160" bIns="91440" rtlCol="0">
            <a:normAutofit fontScale="25000" lnSpcReduction="20000"/>
          </a:bodyPr>
          <a:lstStyle/>
          <a:p>
            <a:endParaRPr lang="en-US"/>
          </a:p>
        </p:txBody>
      </p:sp>
      <p:sp>
        <p:nvSpPr>
          <p:cNvPr id="20" name="AKCol1"/>
          <p:cNvSpPr txBox="1"/>
          <p:nvPr/>
        </p:nvSpPr>
        <p:spPr>
          <a:xfrm>
            <a:off x="504031" y="1640000"/>
            <a:ext cx="4300000" cy="330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15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Module 1 — Introduction to Deep Learning</a:t>
            </a:r>
          </a:p>
          <a:p>
            <a:pPr marL="0" indent="0">
              <a:spcBef>
                <a:spcPts val="0"/>
              </a:spcBef>
              <a:spcAft>
                <a:spcPts val="700"/>
              </a:spcAft>
            </a:pPr>
            <a:r>
              <a:rPr lang="en-US" sz="1300">
                <a:solidFill>
                  <a:srgbClr val="333333"/>
                </a:solidFill>
                <a:latin typeface="Arial" panose="020B0604020202020204" pitchFamily="34" charset="0"/>
              </a:rPr>
              <a:t>B, B, A</a:t>
            </a:r>
          </a:p>
          <a:p>
            <a:pPr marL="0" indent="0">
              <a:spcBef>
                <a:spcPts val="0"/>
              </a:spcBef>
              <a:spcAft>
                <a:spcPts val="15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Module 2 — Neural Network Foundations</a:t>
            </a:r>
          </a:p>
          <a:p>
            <a:pPr marL="0" indent="0">
              <a:spcBef>
                <a:spcPts val="0"/>
              </a:spcBef>
              <a:spcAft>
                <a:spcPts val="700"/>
              </a:spcAft>
            </a:pPr>
            <a:r>
              <a:rPr lang="en-US" sz="1300">
                <a:solidFill>
                  <a:srgbClr val="333333"/>
                </a:solidFill>
                <a:latin typeface="Arial" panose="020B0604020202020204" pitchFamily="34" charset="0"/>
              </a:rPr>
              <a:t>A, B, A</a:t>
            </a:r>
          </a:p>
          <a:p>
            <a:pPr marL="0" indent="0">
              <a:spcBef>
                <a:spcPts val="0"/>
              </a:spcBef>
              <a:spcAft>
                <a:spcPts val="15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Module 3 — Training Neural Networks</a:t>
            </a:r>
          </a:p>
          <a:p>
            <a:pPr marL="0" indent="0">
              <a:spcBef>
                <a:spcPts val="0"/>
              </a:spcBef>
              <a:spcAft>
                <a:spcPts val="700"/>
              </a:spcAft>
            </a:pPr>
            <a:r>
              <a:rPr lang="en-US" sz="1300">
                <a:solidFill>
                  <a:srgbClr val="333333"/>
                </a:solidFill>
                <a:latin typeface="Arial" panose="020B0604020202020204" pitchFamily="34" charset="0"/>
              </a:rPr>
              <a:t>A, A, B</a:t>
            </a:r>
          </a:p>
        </p:txBody>
      </p:sp>
      <p:sp>
        <p:nvSpPr>
          <p:cNvPr id="21" name="AKCol2"/>
          <p:cNvSpPr txBox="1"/>
          <p:nvPr/>
        </p:nvSpPr>
        <p:spPr>
          <a:xfrm>
            <a:off x="5276531" y="1640000"/>
            <a:ext cx="4300000" cy="330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15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Module 4 — Regularization &amp; Tuning</a:t>
            </a:r>
          </a:p>
          <a:p>
            <a:pPr marL="0" indent="0">
              <a:spcBef>
                <a:spcPts val="0"/>
              </a:spcBef>
              <a:spcAft>
                <a:spcPts val="700"/>
              </a:spcAft>
            </a:pPr>
            <a:r>
              <a:rPr lang="en-US" sz="1300">
                <a:solidFill>
                  <a:srgbClr val="333333"/>
                </a:solidFill>
                <a:latin typeface="Arial" panose="020B0604020202020204" pitchFamily="34" charset="0"/>
              </a:rPr>
              <a:t>B, A, B</a:t>
            </a:r>
          </a:p>
          <a:p>
            <a:pPr marL="0" indent="0">
              <a:spcBef>
                <a:spcPts val="0"/>
              </a:spcBef>
              <a:spcAft>
                <a:spcPts val="15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Module 5 — Convolutional Neural Networks</a:t>
            </a:r>
          </a:p>
          <a:p>
            <a:pPr marL="0" indent="0">
              <a:spcBef>
                <a:spcPts val="0"/>
              </a:spcBef>
              <a:spcAft>
                <a:spcPts val="700"/>
              </a:spcAft>
            </a:pPr>
            <a:r>
              <a:rPr lang="en-US" sz="1300">
                <a:solidFill>
                  <a:srgbClr val="333333"/>
                </a:solidFill>
                <a:latin typeface="Arial" panose="020B0604020202020204" pitchFamily="34" charset="0"/>
              </a:rPr>
              <a:t>A, B, B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Background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380" y="0"/>
            <a:ext cx="10078245" cy="5580063"/>
          </a:xfrm>
          <a:prstGeom prst="rect">
            <a:avLst/>
          </a:prstGeom>
        </p:spPr>
      </p:pic>
      <p:sp>
        <p:nvSpPr>
          <p:cNvPr id="10" name="Eyebrow"/>
          <p:cNvSpPr txBox="1"/>
          <p:nvPr/>
        </p:nvSpPr>
        <p:spPr>
          <a:xfrm>
            <a:off x="514031" y="330000"/>
            <a:ext cx="9000000" cy="32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 fontScale="77500" lnSpcReduction="20000"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1400" b="1">
                <a:solidFill>
                  <a:srgbClr val="1398AB"/>
                </a:solidFill>
                <a:latin typeface="Arial" panose="020B0604020202020204" pitchFamily="34" charset="0"/>
              </a:rPr>
              <a:t>COURSE REVIEW</a:t>
            </a:r>
          </a:p>
        </p:txBody>
      </p:sp>
      <p:sp>
        <p:nvSpPr>
          <p:cNvPr id="11" name="Heading"/>
          <p:cNvSpPr txBox="1"/>
          <p:nvPr/>
        </p:nvSpPr>
        <p:spPr>
          <a:xfrm>
            <a:off x="504031" y="630000"/>
            <a:ext cx="9072563" cy="85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</a:pPr>
            <a:r>
              <a:rPr lang="en-US" sz="2800" b="1">
                <a:solidFill>
                  <a:srgbClr val="333333"/>
                </a:solidFill>
                <a:latin typeface="Arial" panose="020B0604020202020204" pitchFamily="34" charset="0"/>
              </a:rPr>
              <a:t>Answer Key</a:t>
            </a:r>
          </a:p>
        </p:txBody>
      </p:sp>
      <p:sp>
        <p:nvSpPr>
          <p:cNvPr id="12" name="Rule"/>
          <p:cNvSpPr/>
          <p:nvPr/>
        </p:nvSpPr>
        <p:spPr>
          <a:xfrm>
            <a:off x="514031" y="1470000"/>
            <a:ext cx="1500000" cy="55000"/>
          </a:xfrm>
          <a:prstGeom prst="rect">
            <a:avLst/>
          </a:prstGeom>
          <a:solidFill>
            <a:srgbClr val="1398AB"/>
          </a:solidFill>
        </p:spPr>
        <p:txBody>
          <a:bodyPr wrap="square" lIns="137160" tIns="91440" rIns="137160" bIns="91440" rtlCol="0">
            <a:normAutofit fontScale="25000" lnSpcReduction="20000"/>
          </a:bodyPr>
          <a:lstStyle/>
          <a:p>
            <a:endParaRPr lang="en-US"/>
          </a:p>
        </p:txBody>
      </p:sp>
      <p:sp>
        <p:nvSpPr>
          <p:cNvPr id="20" name="AKCol1"/>
          <p:cNvSpPr txBox="1"/>
          <p:nvPr/>
        </p:nvSpPr>
        <p:spPr>
          <a:xfrm>
            <a:off x="504031" y="1640000"/>
            <a:ext cx="4300000" cy="330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15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Module 6 — CNN Architectures &amp; Transfer Learning</a:t>
            </a:r>
          </a:p>
          <a:p>
            <a:pPr marL="0" indent="0">
              <a:spcBef>
                <a:spcPts val="0"/>
              </a:spcBef>
              <a:spcAft>
                <a:spcPts val="700"/>
              </a:spcAft>
            </a:pPr>
            <a:r>
              <a:rPr lang="en-US" sz="1300">
                <a:solidFill>
                  <a:srgbClr val="333333"/>
                </a:solidFill>
                <a:latin typeface="Arial" panose="020B0604020202020204" pitchFamily="34" charset="0"/>
              </a:rPr>
              <a:t>A, A, B</a:t>
            </a:r>
          </a:p>
          <a:p>
            <a:pPr marL="0" indent="0">
              <a:spcBef>
                <a:spcPts val="0"/>
              </a:spcBef>
              <a:spcAft>
                <a:spcPts val="15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Module 7 — Sequence Models: RNNs &amp; LSTMs</a:t>
            </a:r>
          </a:p>
          <a:p>
            <a:pPr marL="0" indent="0">
              <a:spcBef>
                <a:spcPts val="0"/>
              </a:spcBef>
              <a:spcAft>
                <a:spcPts val="700"/>
              </a:spcAft>
            </a:pPr>
            <a:r>
              <a:rPr lang="en-US" sz="1300">
                <a:solidFill>
                  <a:srgbClr val="333333"/>
                </a:solidFill>
                <a:latin typeface="Arial" panose="020B0604020202020204" pitchFamily="34" charset="0"/>
              </a:rPr>
              <a:t>A, A, B</a:t>
            </a:r>
          </a:p>
          <a:p>
            <a:pPr marL="0" indent="0">
              <a:spcBef>
                <a:spcPts val="0"/>
              </a:spcBef>
              <a:spcAft>
                <a:spcPts val="15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Module 8 — Transformers &amp; Attention</a:t>
            </a:r>
          </a:p>
          <a:p>
            <a:pPr marL="0" indent="0">
              <a:spcBef>
                <a:spcPts val="0"/>
              </a:spcBef>
              <a:spcAft>
                <a:spcPts val="700"/>
              </a:spcAft>
            </a:pPr>
            <a:r>
              <a:rPr lang="en-US" sz="1300">
                <a:solidFill>
                  <a:srgbClr val="333333"/>
                </a:solidFill>
                <a:latin typeface="Arial" panose="020B0604020202020204" pitchFamily="34" charset="0"/>
              </a:rPr>
              <a:t>B, A, A</a:t>
            </a:r>
          </a:p>
        </p:txBody>
      </p:sp>
      <p:sp>
        <p:nvSpPr>
          <p:cNvPr id="21" name="AKCol2"/>
          <p:cNvSpPr txBox="1"/>
          <p:nvPr/>
        </p:nvSpPr>
        <p:spPr>
          <a:xfrm>
            <a:off x="5276531" y="1640000"/>
            <a:ext cx="4300000" cy="3300000"/>
          </a:xfrm>
          <a:prstGeom prst="rect">
            <a:avLst/>
          </a:prstGeom>
          <a:noFill/>
        </p:spPr>
        <p:txBody>
          <a:bodyPr wrap="square" lIns="137160" tIns="91440" rIns="137160" bIns="91440" rtlCol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15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Module 9 — Generative Deep Learning</a:t>
            </a:r>
          </a:p>
          <a:p>
            <a:pPr marL="0" indent="0">
              <a:spcBef>
                <a:spcPts val="0"/>
              </a:spcBef>
              <a:spcAft>
                <a:spcPts val="700"/>
              </a:spcAft>
            </a:pPr>
            <a:r>
              <a:rPr lang="en-US" sz="1300">
                <a:solidFill>
                  <a:srgbClr val="333333"/>
                </a:solidFill>
                <a:latin typeface="Arial" panose="020B0604020202020204" pitchFamily="34" charset="0"/>
              </a:rPr>
              <a:t>A, B, A</a:t>
            </a:r>
          </a:p>
          <a:p>
            <a:pPr marL="0" indent="0">
              <a:spcBef>
                <a:spcPts val="0"/>
              </a:spcBef>
              <a:spcAft>
                <a:spcPts val="150"/>
              </a:spcAft>
            </a:pPr>
            <a:r>
              <a:rPr lang="en-US" sz="1350" b="1">
                <a:solidFill>
                  <a:srgbClr val="1398AB"/>
                </a:solidFill>
                <a:latin typeface="Arial" panose="020B0604020202020204" pitchFamily="34" charset="0"/>
              </a:rPr>
              <a:t>Module 10 — LLMs, Deployment &amp; MLOps</a:t>
            </a:r>
          </a:p>
          <a:p>
            <a:pPr marL="0" indent="0">
              <a:spcBef>
                <a:spcPts val="0"/>
              </a:spcBef>
              <a:spcAft>
                <a:spcPts val="700"/>
              </a:spcAft>
            </a:pPr>
            <a:r>
              <a:rPr lang="en-US" sz="1300">
                <a:solidFill>
                  <a:srgbClr val="333333"/>
                </a:solidFill>
                <a:latin typeface="Arial" panose="020B0604020202020204" pitchFamily="34" charset="0"/>
              </a:rPr>
              <a:t>A, A, A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7443" y="-1320"/>
            <a:ext cx="10098067" cy="5591039"/>
          </a:xfrm>
        </p:spPr>
      </p:pic>
    </p:spTree>
    <p:extLst>
      <p:ext uri="{BB962C8B-B14F-4D97-AF65-F5344CB8AC3E}">
        <p14:creationId xmlns:p14="http://schemas.microsoft.com/office/powerpoint/2010/main" val="29235514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11751</TotalTime>
  <Words>3029</Words>
  <Application>Microsoft Office PowerPoint</Application>
  <PresentationFormat>Custom</PresentationFormat>
  <Paragraphs>384</Paragraphs>
  <Slides>46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50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Windows User</dc:creator>
  <cp:lastModifiedBy>Venkateshkumar Singaravelu</cp:lastModifiedBy>
  <cp:revision>214</cp:revision>
  <dcterms:created xsi:type="dcterms:W3CDTF">2021-10-09T09:31:30Z</dcterms:created>
  <dcterms:modified xsi:type="dcterms:W3CDTF">2026-08-02T10:39:09Z</dcterms:modified>
</cp:coreProperties>
</file>