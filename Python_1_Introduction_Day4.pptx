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313" r:id="rId5"/>
    <p:sldId id="314" r:id="rId6"/>
    <p:sldId id="319" r:id="rId7"/>
    <p:sldId id="315" r:id="rId8"/>
    <p:sldId id="321" r:id="rId9"/>
    <p:sldId id="322" r:id="rId10"/>
    <p:sldId id="323" r:id="rId11"/>
    <p:sldId id="325" r:id="rId12"/>
    <p:sldId id="326" r:id="rId13"/>
    <p:sldId id="324" r:id="rId14"/>
    <p:sldId id="327" r:id="rId15"/>
    <p:sldId id="328" r:id="rId16"/>
    <p:sldId id="329" r:id="rId17"/>
    <p:sldId id="260" r:id="rId18"/>
  </p:sldIdLst>
  <p:sldSz cx="10080625" cy="55800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8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186A4B-B054-470A-9B66-ECC62F086D19}" v="11" dt="2026-07-05T10:28:13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5" d="100"/>
          <a:sy n="85" d="100"/>
        </p:scale>
        <p:origin x="488" y="-196"/>
      </p:cViewPr>
      <p:guideLst>
        <p:guide orient="horz" pos="1758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kumar Singaravelu" userId="79d9a579347d75e3" providerId="LiveId" clId="{33F179D8-C598-449D-8BBB-2B4198C98BC6}"/>
    <pc:docChg chg="undo custSel modSld">
      <pc:chgData name="Venkateshkumar Singaravelu" userId="79d9a579347d75e3" providerId="LiveId" clId="{33F179D8-C598-449D-8BBB-2B4198C98BC6}" dt="2026-07-05T10:28:40.475" v="165" actId="6549"/>
      <pc:docMkLst>
        <pc:docMk/>
      </pc:docMkLst>
      <pc:sldChg chg="modSp mod">
        <pc:chgData name="Venkateshkumar Singaravelu" userId="79d9a579347d75e3" providerId="LiveId" clId="{33F179D8-C598-449D-8BBB-2B4198C98BC6}" dt="2026-07-05T10:28:40.475" v="165" actId="6549"/>
        <pc:sldMkLst>
          <pc:docMk/>
          <pc:sldMk cId="3793148430" sldId="258"/>
        </pc:sldMkLst>
        <pc:spChg chg="mod">
          <ac:chgData name="Venkateshkumar Singaravelu" userId="79d9a579347d75e3" providerId="LiveId" clId="{33F179D8-C598-449D-8BBB-2B4198C98BC6}" dt="2026-07-05T10:28:40.475" v="165" actId="6549"/>
          <ac:spMkLst>
            <pc:docMk/>
            <pc:sldMk cId="3793148430" sldId="258"/>
            <ac:spMk id="3" creationId="{A23AB77E-1721-8D81-90D5-5B9C9E30CCA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0E2562-CFA5-4F64-BB39-5CB48F58E5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E"/>
        </a:p>
      </dgm:t>
    </dgm:pt>
    <dgm:pt modelId="{6C3C619E-FC7F-49B6-91EE-F3F194EC870D}">
      <dgm:prSet/>
      <dgm:spPr/>
      <dgm:t>
        <a:bodyPr/>
        <a:lstStyle/>
        <a:p>
          <a:r>
            <a:rPr lang="en-AE"/>
            <a:t>Core numerical computing library for Python</a:t>
          </a:r>
        </a:p>
      </dgm:t>
    </dgm:pt>
    <dgm:pt modelId="{88080A8E-B61B-478D-A502-65B5841FF0BE}" type="parTrans" cxnId="{95284B7C-330D-46CD-965F-386F9E31D2DC}">
      <dgm:prSet/>
      <dgm:spPr/>
      <dgm:t>
        <a:bodyPr/>
        <a:lstStyle/>
        <a:p>
          <a:endParaRPr lang="en-AE"/>
        </a:p>
      </dgm:t>
    </dgm:pt>
    <dgm:pt modelId="{A00D43BD-3295-49FA-B757-DD18C449E789}" type="sibTrans" cxnId="{95284B7C-330D-46CD-965F-386F9E31D2DC}">
      <dgm:prSet/>
      <dgm:spPr/>
      <dgm:t>
        <a:bodyPr/>
        <a:lstStyle/>
        <a:p>
          <a:endParaRPr lang="en-AE"/>
        </a:p>
      </dgm:t>
    </dgm:pt>
    <dgm:pt modelId="{9F0A992D-E6D7-4CA4-87C6-AE106FBFDDFF}">
      <dgm:prSet/>
      <dgm:spPr/>
      <dgm:t>
        <a:bodyPr/>
        <a:lstStyle/>
        <a:p>
          <a:r>
            <a:rPr lang="en-AE"/>
            <a:t>Provides fast N‑dimensional arrays</a:t>
          </a:r>
        </a:p>
      </dgm:t>
    </dgm:pt>
    <dgm:pt modelId="{7EC22361-D384-4190-B3B9-95DAB14E35AA}" type="parTrans" cxnId="{4806E09A-D4BE-4C06-86F5-6790327EEB4C}">
      <dgm:prSet/>
      <dgm:spPr/>
      <dgm:t>
        <a:bodyPr/>
        <a:lstStyle/>
        <a:p>
          <a:endParaRPr lang="en-AE"/>
        </a:p>
      </dgm:t>
    </dgm:pt>
    <dgm:pt modelId="{C583BA51-96AE-4813-9EF3-DB42577D06A9}" type="sibTrans" cxnId="{4806E09A-D4BE-4C06-86F5-6790327EEB4C}">
      <dgm:prSet/>
      <dgm:spPr/>
      <dgm:t>
        <a:bodyPr/>
        <a:lstStyle/>
        <a:p>
          <a:endParaRPr lang="en-AE"/>
        </a:p>
      </dgm:t>
    </dgm:pt>
    <dgm:pt modelId="{B44B5321-436C-4133-9E04-0C027E5436DD}">
      <dgm:prSet/>
      <dgm:spPr/>
      <dgm:t>
        <a:bodyPr/>
        <a:lstStyle/>
        <a:p>
          <a:r>
            <a:rPr lang="en-AE"/>
            <a:t>Written in C for performance</a:t>
          </a:r>
        </a:p>
      </dgm:t>
    </dgm:pt>
    <dgm:pt modelId="{F9ACCEFD-2617-4763-86A4-80483AA35D2B}" type="parTrans" cxnId="{57614DF9-BDC5-4F0C-91AF-3BA128144339}">
      <dgm:prSet/>
      <dgm:spPr/>
      <dgm:t>
        <a:bodyPr/>
        <a:lstStyle/>
        <a:p>
          <a:endParaRPr lang="en-AE"/>
        </a:p>
      </dgm:t>
    </dgm:pt>
    <dgm:pt modelId="{69E363F4-769C-4572-A711-F46623FEC31E}" type="sibTrans" cxnId="{57614DF9-BDC5-4F0C-91AF-3BA128144339}">
      <dgm:prSet/>
      <dgm:spPr/>
      <dgm:t>
        <a:bodyPr/>
        <a:lstStyle/>
        <a:p>
          <a:endParaRPr lang="en-AE"/>
        </a:p>
      </dgm:t>
    </dgm:pt>
    <dgm:pt modelId="{4EBFC657-0164-4A9F-A262-CD6613A55C26}">
      <dgm:prSet/>
      <dgm:spPr/>
      <dgm:t>
        <a:bodyPr/>
        <a:lstStyle/>
        <a:p>
          <a:r>
            <a:rPr lang="en-AE"/>
            <a:t>Backbone for Pandas, SciPy, Scikit‑learn, TensorFlow, PyTorch</a:t>
          </a:r>
        </a:p>
      </dgm:t>
    </dgm:pt>
    <dgm:pt modelId="{30102434-3AD2-47BE-9C41-3027B6D0FF3A}" type="parTrans" cxnId="{99DBD202-9E55-4532-BAA7-7529D90CBCC2}">
      <dgm:prSet/>
      <dgm:spPr/>
      <dgm:t>
        <a:bodyPr/>
        <a:lstStyle/>
        <a:p>
          <a:endParaRPr lang="en-AE"/>
        </a:p>
      </dgm:t>
    </dgm:pt>
    <dgm:pt modelId="{CEBC01CC-6275-40FC-8101-0A4E54E323AC}" type="sibTrans" cxnId="{99DBD202-9E55-4532-BAA7-7529D90CBCC2}">
      <dgm:prSet/>
      <dgm:spPr/>
      <dgm:t>
        <a:bodyPr/>
        <a:lstStyle/>
        <a:p>
          <a:endParaRPr lang="en-AE"/>
        </a:p>
      </dgm:t>
    </dgm:pt>
    <dgm:pt modelId="{888F2C0E-838F-4656-85E1-1C8EB2431CDA}" type="pres">
      <dgm:prSet presAssocID="{360E2562-CFA5-4F64-BB39-5CB48F58E51B}" presName="linear" presStyleCnt="0">
        <dgm:presLayoutVars>
          <dgm:animLvl val="lvl"/>
          <dgm:resizeHandles val="exact"/>
        </dgm:presLayoutVars>
      </dgm:prSet>
      <dgm:spPr/>
    </dgm:pt>
    <dgm:pt modelId="{C1BAE5A8-DC94-4C85-BBC1-79C1B241B4CC}" type="pres">
      <dgm:prSet presAssocID="{6C3C619E-FC7F-49B6-91EE-F3F194EC870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F59FD5-C358-4CBC-AE97-BA328FCBF3C2}" type="pres">
      <dgm:prSet presAssocID="{A00D43BD-3295-49FA-B757-DD18C449E789}" presName="spacer" presStyleCnt="0"/>
      <dgm:spPr/>
    </dgm:pt>
    <dgm:pt modelId="{2E0EE73B-3A55-474E-BDAF-7CFD1080A633}" type="pres">
      <dgm:prSet presAssocID="{9F0A992D-E6D7-4CA4-87C6-AE106FBFDDF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1579BB-90D0-47CB-B7FB-9E114431C820}" type="pres">
      <dgm:prSet presAssocID="{C583BA51-96AE-4813-9EF3-DB42577D06A9}" presName="spacer" presStyleCnt="0"/>
      <dgm:spPr/>
    </dgm:pt>
    <dgm:pt modelId="{DC97AD5C-1805-4B9D-AD47-153CA367CEDC}" type="pres">
      <dgm:prSet presAssocID="{B44B5321-436C-4133-9E04-0C027E5436D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56FEA8-6410-463B-86B0-AEDDAEE1D62E}" type="pres">
      <dgm:prSet presAssocID="{69E363F4-769C-4572-A711-F46623FEC31E}" presName="spacer" presStyleCnt="0"/>
      <dgm:spPr/>
    </dgm:pt>
    <dgm:pt modelId="{238298C0-915C-4644-94F1-7867F63605E0}" type="pres">
      <dgm:prSet presAssocID="{4EBFC657-0164-4A9F-A262-CD6613A55C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9DBD202-9E55-4532-BAA7-7529D90CBCC2}" srcId="{360E2562-CFA5-4F64-BB39-5CB48F58E51B}" destId="{4EBFC657-0164-4A9F-A262-CD6613A55C26}" srcOrd="3" destOrd="0" parTransId="{30102434-3AD2-47BE-9C41-3027B6D0FF3A}" sibTransId="{CEBC01CC-6275-40FC-8101-0A4E54E323AC}"/>
    <dgm:cxn modelId="{7731242B-F004-4394-9D11-2E07D7ADB813}" type="presOf" srcId="{4EBFC657-0164-4A9F-A262-CD6613A55C26}" destId="{238298C0-915C-4644-94F1-7867F63605E0}" srcOrd="0" destOrd="0" presId="urn:microsoft.com/office/officeart/2005/8/layout/vList2"/>
    <dgm:cxn modelId="{3F7C9D34-3DC7-42E5-9832-595A953CACF8}" type="presOf" srcId="{9F0A992D-E6D7-4CA4-87C6-AE106FBFDDFF}" destId="{2E0EE73B-3A55-474E-BDAF-7CFD1080A633}" srcOrd="0" destOrd="0" presId="urn:microsoft.com/office/officeart/2005/8/layout/vList2"/>
    <dgm:cxn modelId="{11405E55-8F63-45C5-B08B-1DD453D5A54B}" type="presOf" srcId="{360E2562-CFA5-4F64-BB39-5CB48F58E51B}" destId="{888F2C0E-838F-4656-85E1-1C8EB2431CDA}" srcOrd="0" destOrd="0" presId="urn:microsoft.com/office/officeart/2005/8/layout/vList2"/>
    <dgm:cxn modelId="{95284B7C-330D-46CD-965F-386F9E31D2DC}" srcId="{360E2562-CFA5-4F64-BB39-5CB48F58E51B}" destId="{6C3C619E-FC7F-49B6-91EE-F3F194EC870D}" srcOrd="0" destOrd="0" parTransId="{88080A8E-B61B-478D-A502-65B5841FF0BE}" sibTransId="{A00D43BD-3295-49FA-B757-DD18C449E789}"/>
    <dgm:cxn modelId="{4806E09A-D4BE-4C06-86F5-6790327EEB4C}" srcId="{360E2562-CFA5-4F64-BB39-5CB48F58E51B}" destId="{9F0A992D-E6D7-4CA4-87C6-AE106FBFDDFF}" srcOrd="1" destOrd="0" parTransId="{7EC22361-D384-4190-B3B9-95DAB14E35AA}" sibTransId="{C583BA51-96AE-4813-9EF3-DB42577D06A9}"/>
    <dgm:cxn modelId="{57614DF9-BDC5-4F0C-91AF-3BA128144339}" srcId="{360E2562-CFA5-4F64-BB39-5CB48F58E51B}" destId="{B44B5321-436C-4133-9E04-0C027E5436DD}" srcOrd="2" destOrd="0" parTransId="{F9ACCEFD-2617-4763-86A4-80483AA35D2B}" sibTransId="{69E363F4-769C-4572-A711-F46623FEC31E}"/>
    <dgm:cxn modelId="{404B4DFC-D06D-4600-AAB4-CE62AC1DB8D8}" type="presOf" srcId="{B44B5321-436C-4133-9E04-0C027E5436DD}" destId="{DC97AD5C-1805-4B9D-AD47-153CA367CEDC}" srcOrd="0" destOrd="0" presId="urn:microsoft.com/office/officeart/2005/8/layout/vList2"/>
    <dgm:cxn modelId="{34C8B5FD-9798-413B-BF58-6DC0AE15E25B}" type="presOf" srcId="{6C3C619E-FC7F-49B6-91EE-F3F194EC870D}" destId="{C1BAE5A8-DC94-4C85-BBC1-79C1B241B4CC}" srcOrd="0" destOrd="0" presId="urn:microsoft.com/office/officeart/2005/8/layout/vList2"/>
    <dgm:cxn modelId="{E6654237-07E9-4982-A6C8-8539EA878D60}" type="presParOf" srcId="{888F2C0E-838F-4656-85E1-1C8EB2431CDA}" destId="{C1BAE5A8-DC94-4C85-BBC1-79C1B241B4CC}" srcOrd="0" destOrd="0" presId="urn:microsoft.com/office/officeart/2005/8/layout/vList2"/>
    <dgm:cxn modelId="{D92A5616-8B6B-4499-BACB-FA406E9EEE1E}" type="presParOf" srcId="{888F2C0E-838F-4656-85E1-1C8EB2431CDA}" destId="{67F59FD5-C358-4CBC-AE97-BA328FCBF3C2}" srcOrd="1" destOrd="0" presId="urn:microsoft.com/office/officeart/2005/8/layout/vList2"/>
    <dgm:cxn modelId="{A1FFF229-0083-43CA-94B3-DC1A3FE2EAF6}" type="presParOf" srcId="{888F2C0E-838F-4656-85E1-1C8EB2431CDA}" destId="{2E0EE73B-3A55-474E-BDAF-7CFD1080A633}" srcOrd="2" destOrd="0" presId="urn:microsoft.com/office/officeart/2005/8/layout/vList2"/>
    <dgm:cxn modelId="{83E07230-7B26-46D8-8F0D-4F0A727940EA}" type="presParOf" srcId="{888F2C0E-838F-4656-85E1-1C8EB2431CDA}" destId="{431579BB-90D0-47CB-B7FB-9E114431C820}" srcOrd="3" destOrd="0" presId="urn:microsoft.com/office/officeart/2005/8/layout/vList2"/>
    <dgm:cxn modelId="{9FC4CABF-E4E8-4086-810D-E35B79FA16D7}" type="presParOf" srcId="{888F2C0E-838F-4656-85E1-1C8EB2431CDA}" destId="{DC97AD5C-1805-4B9D-AD47-153CA367CEDC}" srcOrd="4" destOrd="0" presId="urn:microsoft.com/office/officeart/2005/8/layout/vList2"/>
    <dgm:cxn modelId="{2EA05DDD-3522-4006-8B6F-B5D53D01B3E5}" type="presParOf" srcId="{888F2C0E-838F-4656-85E1-1C8EB2431CDA}" destId="{7D56FEA8-6410-463B-86B0-AEDDAEE1D62E}" srcOrd="5" destOrd="0" presId="urn:microsoft.com/office/officeart/2005/8/layout/vList2"/>
    <dgm:cxn modelId="{DD8C401A-0741-40A0-889C-FEBB46F25241}" type="presParOf" srcId="{888F2C0E-838F-4656-85E1-1C8EB2431CDA}" destId="{238298C0-915C-4644-94F1-7867F63605E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0401F6-051D-4F8D-9E6B-1F71E5CDD14F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E"/>
        </a:p>
      </dgm:t>
    </dgm:pt>
    <dgm:pt modelId="{799384AE-F12A-4D4A-B77F-507FF9DC4BDB}">
      <dgm:prSet/>
      <dgm:spPr/>
      <dgm:t>
        <a:bodyPr/>
        <a:lstStyle/>
        <a:p>
          <a:r>
            <a:rPr lang="en-AE"/>
            <a:t>10–100× faster than pure Python loops</a:t>
          </a:r>
        </a:p>
      </dgm:t>
    </dgm:pt>
    <dgm:pt modelId="{CF8C0D4E-80D5-4438-A39A-6A457D8B049D}" type="parTrans" cxnId="{F3947455-E335-41F6-B0BC-18B9F4338458}">
      <dgm:prSet/>
      <dgm:spPr/>
      <dgm:t>
        <a:bodyPr/>
        <a:lstStyle/>
        <a:p>
          <a:endParaRPr lang="en-AE"/>
        </a:p>
      </dgm:t>
    </dgm:pt>
    <dgm:pt modelId="{84E26FBB-2D83-4DD6-A7B9-324CF036FAF5}" type="sibTrans" cxnId="{F3947455-E335-41F6-B0BC-18B9F4338458}">
      <dgm:prSet/>
      <dgm:spPr/>
      <dgm:t>
        <a:bodyPr/>
        <a:lstStyle/>
        <a:p>
          <a:endParaRPr lang="en-AE"/>
        </a:p>
      </dgm:t>
    </dgm:pt>
    <dgm:pt modelId="{DBF81D78-46A6-4C35-9D36-F1FCC4A628F6}">
      <dgm:prSet/>
      <dgm:spPr/>
      <dgm:t>
        <a:bodyPr/>
        <a:lstStyle/>
        <a:p>
          <a:r>
            <a:rPr lang="en-AE"/>
            <a:t>Memory‑efficient, contiguous arrays</a:t>
          </a:r>
        </a:p>
      </dgm:t>
    </dgm:pt>
    <dgm:pt modelId="{14E89B3D-14AD-4725-9F8B-1ED7843BB641}" type="parTrans" cxnId="{8EACE8F4-A887-4C07-A7E5-6469AD29CEA5}">
      <dgm:prSet/>
      <dgm:spPr/>
      <dgm:t>
        <a:bodyPr/>
        <a:lstStyle/>
        <a:p>
          <a:endParaRPr lang="en-AE"/>
        </a:p>
      </dgm:t>
    </dgm:pt>
    <dgm:pt modelId="{12BB1797-093A-44A4-BE8F-2355A443CB74}" type="sibTrans" cxnId="{8EACE8F4-A887-4C07-A7E5-6469AD29CEA5}">
      <dgm:prSet/>
      <dgm:spPr/>
      <dgm:t>
        <a:bodyPr/>
        <a:lstStyle/>
        <a:p>
          <a:endParaRPr lang="en-AE"/>
        </a:p>
      </dgm:t>
    </dgm:pt>
    <dgm:pt modelId="{DC6195F9-54EF-4844-AD90-CCDD02958193}">
      <dgm:prSet/>
      <dgm:spPr/>
      <dgm:t>
        <a:bodyPr/>
        <a:lstStyle/>
        <a:p>
          <a:r>
            <a:rPr lang="en-AE"/>
            <a:t>Vectorized operations eliminate slow Python iteration</a:t>
          </a:r>
        </a:p>
      </dgm:t>
    </dgm:pt>
    <dgm:pt modelId="{620F3AFB-B84B-48E8-AF08-50FCD5042139}" type="parTrans" cxnId="{05343E65-6FE3-4026-8667-28976B37E964}">
      <dgm:prSet/>
      <dgm:spPr/>
      <dgm:t>
        <a:bodyPr/>
        <a:lstStyle/>
        <a:p>
          <a:endParaRPr lang="en-AE"/>
        </a:p>
      </dgm:t>
    </dgm:pt>
    <dgm:pt modelId="{61A7D82E-88B8-4E9B-90D2-E45B53AB9342}" type="sibTrans" cxnId="{05343E65-6FE3-4026-8667-28976B37E964}">
      <dgm:prSet/>
      <dgm:spPr/>
      <dgm:t>
        <a:bodyPr/>
        <a:lstStyle/>
        <a:p>
          <a:endParaRPr lang="en-AE"/>
        </a:p>
      </dgm:t>
    </dgm:pt>
    <dgm:pt modelId="{8A5F1401-8CFE-45DB-981F-06E12D94EC9B}">
      <dgm:prSet/>
      <dgm:spPr/>
      <dgm:t>
        <a:bodyPr/>
        <a:lstStyle/>
        <a:p>
          <a:r>
            <a:rPr lang="en-AE"/>
            <a:t>Industry standard for numerical workloads</a:t>
          </a:r>
        </a:p>
      </dgm:t>
    </dgm:pt>
    <dgm:pt modelId="{55955531-AA79-4BCB-8F46-F069E6C2122B}" type="parTrans" cxnId="{9E794085-C51A-4D02-9AF5-96D1C600A5BD}">
      <dgm:prSet/>
      <dgm:spPr/>
      <dgm:t>
        <a:bodyPr/>
        <a:lstStyle/>
        <a:p>
          <a:endParaRPr lang="en-AE"/>
        </a:p>
      </dgm:t>
    </dgm:pt>
    <dgm:pt modelId="{372E1267-2DAA-4AF7-B179-AD0093FE0EB9}" type="sibTrans" cxnId="{9E794085-C51A-4D02-9AF5-96D1C600A5BD}">
      <dgm:prSet/>
      <dgm:spPr/>
      <dgm:t>
        <a:bodyPr/>
        <a:lstStyle/>
        <a:p>
          <a:endParaRPr lang="en-AE"/>
        </a:p>
      </dgm:t>
    </dgm:pt>
    <dgm:pt modelId="{D3FC68AD-732B-4FE3-AF7D-463DB1ADFF4F}">
      <dgm:prSet/>
      <dgm:spPr/>
      <dgm:t>
        <a:bodyPr/>
        <a:lstStyle/>
        <a:p>
          <a:r>
            <a:rPr lang="en-AE"/>
            <a:t>Arrays are typed, compact, and optimized</a:t>
          </a:r>
        </a:p>
      </dgm:t>
    </dgm:pt>
    <dgm:pt modelId="{EA98E4CA-50CD-4085-938E-4566A0325A11}" type="parTrans" cxnId="{178395F2-E680-4DE3-9367-7A87CFD91374}">
      <dgm:prSet/>
      <dgm:spPr/>
      <dgm:t>
        <a:bodyPr/>
        <a:lstStyle/>
        <a:p>
          <a:endParaRPr lang="en-AE"/>
        </a:p>
      </dgm:t>
    </dgm:pt>
    <dgm:pt modelId="{E43CF70E-0D65-4710-96C0-B8D85BF935CA}" type="sibTrans" cxnId="{178395F2-E680-4DE3-9367-7A87CFD91374}">
      <dgm:prSet/>
      <dgm:spPr/>
      <dgm:t>
        <a:bodyPr/>
        <a:lstStyle/>
        <a:p>
          <a:endParaRPr lang="en-AE"/>
        </a:p>
      </dgm:t>
    </dgm:pt>
    <dgm:pt modelId="{B7F4F273-0E60-421E-883D-579324434C1E}">
      <dgm:prSet/>
      <dgm:spPr/>
      <dgm:t>
        <a:bodyPr/>
        <a:lstStyle/>
        <a:p>
          <a:r>
            <a:rPr lang="en-AE"/>
            <a:t>Lists are generic and slower</a:t>
          </a:r>
        </a:p>
      </dgm:t>
    </dgm:pt>
    <dgm:pt modelId="{16A38B0F-52EA-46E2-A898-23060EBCEC92}" type="parTrans" cxnId="{2B7CAB78-E998-42E8-915C-3CAB41EFDB27}">
      <dgm:prSet/>
      <dgm:spPr/>
      <dgm:t>
        <a:bodyPr/>
        <a:lstStyle/>
        <a:p>
          <a:endParaRPr lang="en-AE"/>
        </a:p>
      </dgm:t>
    </dgm:pt>
    <dgm:pt modelId="{21776928-0A75-4E83-A922-A872FE4BBF88}" type="sibTrans" cxnId="{2B7CAB78-E998-42E8-915C-3CAB41EFDB27}">
      <dgm:prSet/>
      <dgm:spPr/>
      <dgm:t>
        <a:bodyPr/>
        <a:lstStyle/>
        <a:p>
          <a:endParaRPr lang="en-AE"/>
        </a:p>
      </dgm:t>
    </dgm:pt>
    <dgm:pt modelId="{BDA9CE59-E9BE-46E7-9F3F-6DA68A65B366}">
      <dgm:prSet/>
      <dgm:spPr/>
      <dgm:t>
        <a:bodyPr/>
        <a:lstStyle/>
        <a:p>
          <a:r>
            <a:rPr lang="en-AE"/>
            <a:t>Arrays support broadcasting and vectorized math</a:t>
          </a:r>
        </a:p>
      </dgm:t>
    </dgm:pt>
    <dgm:pt modelId="{989CBACC-DEC6-4A10-BB3F-E516D475C9E5}" type="parTrans" cxnId="{3312D710-D6E2-493B-8724-C1A3FBF5B031}">
      <dgm:prSet/>
      <dgm:spPr/>
      <dgm:t>
        <a:bodyPr/>
        <a:lstStyle/>
        <a:p>
          <a:endParaRPr lang="en-AE"/>
        </a:p>
      </dgm:t>
    </dgm:pt>
    <dgm:pt modelId="{7C1DC23C-2126-4218-A085-77832E77B428}" type="sibTrans" cxnId="{3312D710-D6E2-493B-8724-C1A3FBF5B031}">
      <dgm:prSet/>
      <dgm:spPr/>
      <dgm:t>
        <a:bodyPr/>
        <a:lstStyle/>
        <a:p>
          <a:endParaRPr lang="en-AE"/>
        </a:p>
      </dgm:t>
    </dgm:pt>
    <dgm:pt modelId="{927F7543-7DE2-45FF-901C-5408E22FD892}">
      <dgm:prSet/>
      <dgm:spPr/>
      <dgm:t>
        <a:bodyPr/>
        <a:lstStyle/>
        <a:p>
          <a:r>
            <a:rPr lang="en-AE"/>
            <a:t>Ideal for large datasets and matrix operations</a:t>
          </a:r>
        </a:p>
      </dgm:t>
    </dgm:pt>
    <dgm:pt modelId="{EB251593-A8F6-426B-A469-4B8C0FF6D66C}" type="parTrans" cxnId="{D6B74D15-6E71-4D78-B876-E15E928C2EAD}">
      <dgm:prSet/>
      <dgm:spPr/>
      <dgm:t>
        <a:bodyPr/>
        <a:lstStyle/>
        <a:p>
          <a:endParaRPr lang="en-AE"/>
        </a:p>
      </dgm:t>
    </dgm:pt>
    <dgm:pt modelId="{13CC9A4E-FC26-4B2A-83E5-65A4183A1982}" type="sibTrans" cxnId="{D6B74D15-6E71-4D78-B876-E15E928C2EAD}">
      <dgm:prSet/>
      <dgm:spPr/>
      <dgm:t>
        <a:bodyPr/>
        <a:lstStyle/>
        <a:p>
          <a:endParaRPr lang="en-AE"/>
        </a:p>
      </dgm:t>
    </dgm:pt>
    <dgm:pt modelId="{B4236004-5004-4032-A996-8F698BD421C7}" type="pres">
      <dgm:prSet presAssocID="{E70401F6-051D-4F8D-9E6B-1F71E5CDD14F}" presName="compositeShape" presStyleCnt="0">
        <dgm:presLayoutVars>
          <dgm:dir/>
          <dgm:resizeHandles/>
        </dgm:presLayoutVars>
      </dgm:prSet>
      <dgm:spPr/>
    </dgm:pt>
    <dgm:pt modelId="{12BD249F-5B70-4C2C-A360-20EC842115A3}" type="pres">
      <dgm:prSet presAssocID="{E70401F6-051D-4F8D-9E6B-1F71E5CDD14F}" presName="pyramid" presStyleLbl="node1" presStyleIdx="0" presStyleCnt="1"/>
      <dgm:spPr/>
    </dgm:pt>
    <dgm:pt modelId="{8EA047EB-8C2A-4E5B-86EA-82B29A68F32B}" type="pres">
      <dgm:prSet presAssocID="{E70401F6-051D-4F8D-9E6B-1F71E5CDD14F}" presName="theList" presStyleCnt="0"/>
      <dgm:spPr/>
    </dgm:pt>
    <dgm:pt modelId="{63566D8D-90E5-418D-90A1-57640F11A181}" type="pres">
      <dgm:prSet presAssocID="{799384AE-F12A-4D4A-B77F-507FF9DC4BDB}" presName="aNode" presStyleLbl="fgAcc1" presStyleIdx="0" presStyleCnt="8">
        <dgm:presLayoutVars>
          <dgm:bulletEnabled val="1"/>
        </dgm:presLayoutVars>
      </dgm:prSet>
      <dgm:spPr/>
    </dgm:pt>
    <dgm:pt modelId="{D8285523-FD1F-4EFE-9A27-FC288BD588C4}" type="pres">
      <dgm:prSet presAssocID="{799384AE-F12A-4D4A-B77F-507FF9DC4BDB}" presName="aSpace" presStyleCnt="0"/>
      <dgm:spPr/>
    </dgm:pt>
    <dgm:pt modelId="{C12CD031-2F3A-4B45-BACE-29804725F245}" type="pres">
      <dgm:prSet presAssocID="{DBF81D78-46A6-4C35-9D36-F1FCC4A628F6}" presName="aNode" presStyleLbl="fgAcc1" presStyleIdx="1" presStyleCnt="8">
        <dgm:presLayoutVars>
          <dgm:bulletEnabled val="1"/>
        </dgm:presLayoutVars>
      </dgm:prSet>
      <dgm:spPr/>
    </dgm:pt>
    <dgm:pt modelId="{D148EE57-52AC-42BE-B776-9AB856420901}" type="pres">
      <dgm:prSet presAssocID="{DBF81D78-46A6-4C35-9D36-F1FCC4A628F6}" presName="aSpace" presStyleCnt="0"/>
      <dgm:spPr/>
    </dgm:pt>
    <dgm:pt modelId="{E92A7E8A-E020-485F-ADD2-2E73D32795A6}" type="pres">
      <dgm:prSet presAssocID="{DC6195F9-54EF-4844-AD90-CCDD02958193}" presName="aNode" presStyleLbl="fgAcc1" presStyleIdx="2" presStyleCnt="8">
        <dgm:presLayoutVars>
          <dgm:bulletEnabled val="1"/>
        </dgm:presLayoutVars>
      </dgm:prSet>
      <dgm:spPr/>
    </dgm:pt>
    <dgm:pt modelId="{954694AB-A2DE-4859-A9B9-0058D795F0A4}" type="pres">
      <dgm:prSet presAssocID="{DC6195F9-54EF-4844-AD90-CCDD02958193}" presName="aSpace" presStyleCnt="0"/>
      <dgm:spPr/>
    </dgm:pt>
    <dgm:pt modelId="{41FD8613-7B4C-42B0-8988-CF9B7C1FF3D2}" type="pres">
      <dgm:prSet presAssocID="{8A5F1401-8CFE-45DB-981F-06E12D94EC9B}" presName="aNode" presStyleLbl="fgAcc1" presStyleIdx="3" presStyleCnt="8">
        <dgm:presLayoutVars>
          <dgm:bulletEnabled val="1"/>
        </dgm:presLayoutVars>
      </dgm:prSet>
      <dgm:spPr/>
    </dgm:pt>
    <dgm:pt modelId="{A2E905DA-57A4-4DC2-A87E-8F739A9579F7}" type="pres">
      <dgm:prSet presAssocID="{8A5F1401-8CFE-45DB-981F-06E12D94EC9B}" presName="aSpace" presStyleCnt="0"/>
      <dgm:spPr/>
    </dgm:pt>
    <dgm:pt modelId="{343734F8-2794-463E-BA4D-CCC5B2BF37F5}" type="pres">
      <dgm:prSet presAssocID="{D3FC68AD-732B-4FE3-AF7D-463DB1ADFF4F}" presName="aNode" presStyleLbl="fgAcc1" presStyleIdx="4" presStyleCnt="8">
        <dgm:presLayoutVars>
          <dgm:bulletEnabled val="1"/>
        </dgm:presLayoutVars>
      </dgm:prSet>
      <dgm:spPr/>
    </dgm:pt>
    <dgm:pt modelId="{BB0D0F72-8075-48C6-8FB7-496C0AAEE586}" type="pres">
      <dgm:prSet presAssocID="{D3FC68AD-732B-4FE3-AF7D-463DB1ADFF4F}" presName="aSpace" presStyleCnt="0"/>
      <dgm:spPr/>
    </dgm:pt>
    <dgm:pt modelId="{1CA5B22B-A976-4317-B651-A362358E711E}" type="pres">
      <dgm:prSet presAssocID="{B7F4F273-0E60-421E-883D-579324434C1E}" presName="aNode" presStyleLbl="fgAcc1" presStyleIdx="5" presStyleCnt="8">
        <dgm:presLayoutVars>
          <dgm:bulletEnabled val="1"/>
        </dgm:presLayoutVars>
      </dgm:prSet>
      <dgm:spPr/>
    </dgm:pt>
    <dgm:pt modelId="{011B814A-799D-41D2-89E4-6A4B503F8701}" type="pres">
      <dgm:prSet presAssocID="{B7F4F273-0E60-421E-883D-579324434C1E}" presName="aSpace" presStyleCnt="0"/>
      <dgm:spPr/>
    </dgm:pt>
    <dgm:pt modelId="{53851CE9-0575-4748-83CF-802C31969BD3}" type="pres">
      <dgm:prSet presAssocID="{BDA9CE59-E9BE-46E7-9F3F-6DA68A65B366}" presName="aNode" presStyleLbl="fgAcc1" presStyleIdx="6" presStyleCnt="8">
        <dgm:presLayoutVars>
          <dgm:bulletEnabled val="1"/>
        </dgm:presLayoutVars>
      </dgm:prSet>
      <dgm:spPr/>
    </dgm:pt>
    <dgm:pt modelId="{FE56BD9B-E208-4AF7-AFC0-744DD16FF027}" type="pres">
      <dgm:prSet presAssocID="{BDA9CE59-E9BE-46E7-9F3F-6DA68A65B366}" presName="aSpace" presStyleCnt="0"/>
      <dgm:spPr/>
    </dgm:pt>
    <dgm:pt modelId="{6B3910E9-D43C-440D-BA16-B0E77073E4CA}" type="pres">
      <dgm:prSet presAssocID="{927F7543-7DE2-45FF-901C-5408E22FD892}" presName="aNode" presStyleLbl="fgAcc1" presStyleIdx="7" presStyleCnt="8">
        <dgm:presLayoutVars>
          <dgm:bulletEnabled val="1"/>
        </dgm:presLayoutVars>
      </dgm:prSet>
      <dgm:spPr/>
    </dgm:pt>
    <dgm:pt modelId="{982013B6-3E6E-45CC-BCAC-74D81F677763}" type="pres">
      <dgm:prSet presAssocID="{927F7543-7DE2-45FF-901C-5408E22FD892}" presName="aSpace" presStyleCnt="0"/>
      <dgm:spPr/>
    </dgm:pt>
  </dgm:ptLst>
  <dgm:cxnLst>
    <dgm:cxn modelId="{06AFB60A-C235-4B9F-812C-6172E3440915}" type="presOf" srcId="{DC6195F9-54EF-4844-AD90-CCDD02958193}" destId="{E92A7E8A-E020-485F-ADD2-2E73D32795A6}" srcOrd="0" destOrd="0" presId="urn:microsoft.com/office/officeart/2005/8/layout/pyramid2"/>
    <dgm:cxn modelId="{3312D710-D6E2-493B-8724-C1A3FBF5B031}" srcId="{E70401F6-051D-4F8D-9E6B-1F71E5CDD14F}" destId="{BDA9CE59-E9BE-46E7-9F3F-6DA68A65B366}" srcOrd="6" destOrd="0" parTransId="{989CBACC-DEC6-4A10-BB3F-E516D475C9E5}" sibTransId="{7C1DC23C-2126-4218-A085-77832E77B428}"/>
    <dgm:cxn modelId="{D6B74D15-6E71-4D78-B876-E15E928C2EAD}" srcId="{E70401F6-051D-4F8D-9E6B-1F71E5CDD14F}" destId="{927F7543-7DE2-45FF-901C-5408E22FD892}" srcOrd="7" destOrd="0" parTransId="{EB251593-A8F6-426B-A469-4B8C0FF6D66C}" sibTransId="{13CC9A4E-FC26-4B2A-83E5-65A4183A1982}"/>
    <dgm:cxn modelId="{05343E65-6FE3-4026-8667-28976B37E964}" srcId="{E70401F6-051D-4F8D-9E6B-1F71E5CDD14F}" destId="{DC6195F9-54EF-4844-AD90-CCDD02958193}" srcOrd="2" destOrd="0" parTransId="{620F3AFB-B84B-48E8-AF08-50FCD5042139}" sibTransId="{61A7D82E-88B8-4E9B-90D2-E45B53AB9342}"/>
    <dgm:cxn modelId="{F3947455-E335-41F6-B0BC-18B9F4338458}" srcId="{E70401F6-051D-4F8D-9E6B-1F71E5CDD14F}" destId="{799384AE-F12A-4D4A-B77F-507FF9DC4BDB}" srcOrd="0" destOrd="0" parTransId="{CF8C0D4E-80D5-4438-A39A-6A457D8B049D}" sibTransId="{84E26FBB-2D83-4DD6-A7B9-324CF036FAF5}"/>
    <dgm:cxn modelId="{2B7CAB78-E998-42E8-915C-3CAB41EFDB27}" srcId="{E70401F6-051D-4F8D-9E6B-1F71E5CDD14F}" destId="{B7F4F273-0E60-421E-883D-579324434C1E}" srcOrd="5" destOrd="0" parTransId="{16A38B0F-52EA-46E2-A898-23060EBCEC92}" sibTransId="{21776928-0A75-4E83-A922-A872FE4BBF88}"/>
    <dgm:cxn modelId="{086E6A7A-1947-4BB3-A032-2DA8BC310AFE}" type="presOf" srcId="{B7F4F273-0E60-421E-883D-579324434C1E}" destId="{1CA5B22B-A976-4317-B651-A362358E711E}" srcOrd="0" destOrd="0" presId="urn:microsoft.com/office/officeart/2005/8/layout/pyramid2"/>
    <dgm:cxn modelId="{3CF4657C-74F1-424F-95B7-F9973E83281B}" type="presOf" srcId="{BDA9CE59-E9BE-46E7-9F3F-6DA68A65B366}" destId="{53851CE9-0575-4748-83CF-802C31969BD3}" srcOrd="0" destOrd="0" presId="urn:microsoft.com/office/officeart/2005/8/layout/pyramid2"/>
    <dgm:cxn modelId="{9E794085-C51A-4D02-9AF5-96D1C600A5BD}" srcId="{E70401F6-051D-4F8D-9E6B-1F71E5CDD14F}" destId="{8A5F1401-8CFE-45DB-981F-06E12D94EC9B}" srcOrd="3" destOrd="0" parTransId="{55955531-AA79-4BCB-8F46-F069E6C2122B}" sibTransId="{372E1267-2DAA-4AF7-B179-AD0093FE0EB9}"/>
    <dgm:cxn modelId="{01CCE39A-1A3F-4865-9F45-7C360CC66ABB}" type="presOf" srcId="{E70401F6-051D-4F8D-9E6B-1F71E5CDD14F}" destId="{B4236004-5004-4032-A996-8F698BD421C7}" srcOrd="0" destOrd="0" presId="urn:microsoft.com/office/officeart/2005/8/layout/pyramid2"/>
    <dgm:cxn modelId="{4AAF0B9D-6F22-4B77-9FCA-3858D30802E5}" type="presOf" srcId="{799384AE-F12A-4D4A-B77F-507FF9DC4BDB}" destId="{63566D8D-90E5-418D-90A1-57640F11A181}" srcOrd="0" destOrd="0" presId="urn:microsoft.com/office/officeart/2005/8/layout/pyramid2"/>
    <dgm:cxn modelId="{1B692EBB-EDF2-4523-B506-CCC5ADA7F54E}" type="presOf" srcId="{D3FC68AD-732B-4FE3-AF7D-463DB1ADFF4F}" destId="{343734F8-2794-463E-BA4D-CCC5B2BF37F5}" srcOrd="0" destOrd="0" presId="urn:microsoft.com/office/officeart/2005/8/layout/pyramid2"/>
    <dgm:cxn modelId="{B29B30E3-3136-4903-88BC-66EA7E60EF19}" type="presOf" srcId="{8A5F1401-8CFE-45DB-981F-06E12D94EC9B}" destId="{41FD8613-7B4C-42B0-8988-CF9B7C1FF3D2}" srcOrd="0" destOrd="0" presId="urn:microsoft.com/office/officeart/2005/8/layout/pyramid2"/>
    <dgm:cxn modelId="{AF5D98EC-064A-43A1-B0F4-BEBE3AFD1F0B}" type="presOf" srcId="{DBF81D78-46A6-4C35-9D36-F1FCC4A628F6}" destId="{C12CD031-2F3A-4B45-BACE-29804725F245}" srcOrd="0" destOrd="0" presId="urn:microsoft.com/office/officeart/2005/8/layout/pyramid2"/>
    <dgm:cxn modelId="{178395F2-E680-4DE3-9367-7A87CFD91374}" srcId="{E70401F6-051D-4F8D-9E6B-1F71E5CDD14F}" destId="{D3FC68AD-732B-4FE3-AF7D-463DB1ADFF4F}" srcOrd="4" destOrd="0" parTransId="{EA98E4CA-50CD-4085-938E-4566A0325A11}" sibTransId="{E43CF70E-0D65-4710-96C0-B8D85BF935CA}"/>
    <dgm:cxn modelId="{B504CAF3-84E7-4685-81B3-8AB51A1E69A7}" type="presOf" srcId="{927F7543-7DE2-45FF-901C-5408E22FD892}" destId="{6B3910E9-D43C-440D-BA16-B0E77073E4CA}" srcOrd="0" destOrd="0" presId="urn:microsoft.com/office/officeart/2005/8/layout/pyramid2"/>
    <dgm:cxn modelId="{8EACE8F4-A887-4C07-A7E5-6469AD29CEA5}" srcId="{E70401F6-051D-4F8D-9E6B-1F71E5CDD14F}" destId="{DBF81D78-46A6-4C35-9D36-F1FCC4A628F6}" srcOrd="1" destOrd="0" parTransId="{14E89B3D-14AD-4725-9F8B-1ED7843BB641}" sibTransId="{12BB1797-093A-44A4-BE8F-2355A443CB74}"/>
    <dgm:cxn modelId="{2D1CC3DF-C70E-4023-AC22-9BD189FE1328}" type="presParOf" srcId="{B4236004-5004-4032-A996-8F698BD421C7}" destId="{12BD249F-5B70-4C2C-A360-20EC842115A3}" srcOrd="0" destOrd="0" presId="urn:microsoft.com/office/officeart/2005/8/layout/pyramid2"/>
    <dgm:cxn modelId="{82EE1CCC-45B0-4E0C-9E79-1CDEBB043B9B}" type="presParOf" srcId="{B4236004-5004-4032-A996-8F698BD421C7}" destId="{8EA047EB-8C2A-4E5B-86EA-82B29A68F32B}" srcOrd="1" destOrd="0" presId="urn:microsoft.com/office/officeart/2005/8/layout/pyramid2"/>
    <dgm:cxn modelId="{3711772B-11E3-4B28-8F0D-4A69A435452B}" type="presParOf" srcId="{8EA047EB-8C2A-4E5B-86EA-82B29A68F32B}" destId="{63566D8D-90E5-418D-90A1-57640F11A181}" srcOrd="0" destOrd="0" presId="urn:microsoft.com/office/officeart/2005/8/layout/pyramid2"/>
    <dgm:cxn modelId="{DE0CB32E-E1C6-4608-BA36-EF545D785214}" type="presParOf" srcId="{8EA047EB-8C2A-4E5B-86EA-82B29A68F32B}" destId="{D8285523-FD1F-4EFE-9A27-FC288BD588C4}" srcOrd="1" destOrd="0" presId="urn:microsoft.com/office/officeart/2005/8/layout/pyramid2"/>
    <dgm:cxn modelId="{C0796352-8F2C-4FF1-B098-2E112F60BC67}" type="presParOf" srcId="{8EA047EB-8C2A-4E5B-86EA-82B29A68F32B}" destId="{C12CD031-2F3A-4B45-BACE-29804725F245}" srcOrd="2" destOrd="0" presId="urn:microsoft.com/office/officeart/2005/8/layout/pyramid2"/>
    <dgm:cxn modelId="{FD4230DB-02FE-4123-B3C3-500975035DA5}" type="presParOf" srcId="{8EA047EB-8C2A-4E5B-86EA-82B29A68F32B}" destId="{D148EE57-52AC-42BE-B776-9AB856420901}" srcOrd="3" destOrd="0" presId="urn:microsoft.com/office/officeart/2005/8/layout/pyramid2"/>
    <dgm:cxn modelId="{74FBF501-5ABB-413A-936B-5BA31F574DD4}" type="presParOf" srcId="{8EA047EB-8C2A-4E5B-86EA-82B29A68F32B}" destId="{E92A7E8A-E020-485F-ADD2-2E73D32795A6}" srcOrd="4" destOrd="0" presId="urn:microsoft.com/office/officeart/2005/8/layout/pyramid2"/>
    <dgm:cxn modelId="{45A76EB9-8858-4F60-AAD2-6E8F8FE4ABB0}" type="presParOf" srcId="{8EA047EB-8C2A-4E5B-86EA-82B29A68F32B}" destId="{954694AB-A2DE-4859-A9B9-0058D795F0A4}" srcOrd="5" destOrd="0" presId="urn:microsoft.com/office/officeart/2005/8/layout/pyramid2"/>
    <dgm:cxn modelId="{7FE29DAF-6405-41E3-BFB5-5D33672D89DD}" type="presParOf" srcId="{8EA047EB-8C2A-4E5B-86EA-82B29A68F32B}" destId="{41FD8613-7B4C-42B0-8988-CF9B7C1FF3D2}" srcOrd="6" destOrd="0" presId="urn:microsoft.com/office/officeart/2005/8/layout/pyramid2"/>
    <dgm:cxn modelId="{90F8EAA2-067D-4355-BC99-213C88B9E2D9}" type="presParOf" srcId="{8EA047EB-8C2A-4E5B-86EA-82B29A68F32B}" destId="{A2E905DA-57A4-4DC2-A87E-8F739A9579F7}" srcOrd="7" destOrd="0" presId="urn:microsoft.com/office/officeart/2005/8/layout/pyramid2"/>
    <dgm:cxn modelId="{285EBF27-B587-4026-A678-60A2F269D91D}" type="presParOf" srcId="{8EA047EB-8C2A-4E5B-86EA-82B29A68F32B}" destId="{343734F8-2794-463E-BA4D-CCC5B2BF37F5}" srcOrd="8" destOrd="0" presId="urn:microsoft.com/office/officeart/2005/8/layout/pyramid2"/>
    <dgm:cxn modelId="{10A8907F-6D22-4F07-BF5D-813E95927FA6}" type="presParOf" srcId="{8EA047EB-8C2A-4E5B-86EA-82B29A68F32B}" destId="{BB0D0F72-8075-48C6-8FB7-496C0AAEE586}" srcOrd="9" destOrd="0" presId="urn:microsoft.com/office/officeart/2005/8/layout/pyramid2"/>
    <dgm:cxn modelId="{92FB546C-6368-4F15-80C0-BB152080E1F0}" type="presParOf" srcId="{8EA047EB-8C2A-4E5B-86EA-82B29A68F32B}" destId="{1CA5B22B-A976-4317-B651-A362358E711E}" srcOrd="10" destOrd="0" presId="urn:microsoft.com/office/officeart/2005/8/layout/pyramid2"/>
    <dgm:cxn modelId="{88260668-6472-4979-94D1-AEFB421181DB}" type="presParOf" srcId="{8EA047EB-8C2A-4E5B-86EA-82B29A68F32B}" destId="{011B814A-799D-41D2-89E4-6A4B503F8701}" srcOrd="11" destOrd="0" presId="urn:microsoft.com/office/officeart/2005/8/layout/pyramid2"/>
    <dgm:cxn modelId="{D412E76C-408C-4D26-AC4E-2116538E039E}" type="presParOf" srcId="{8EA047EB-8C2A-4E5B-86EA-82B29A68F32B}" destId="{53851CE9-0575-4748-83CF-802C31969BD3}" srcOrd="12" destOrd="0" presId="urn:microsoft.com/office/officeart/2005/8/layout/pyramid2"/>
    <dgm:cxn modelId="{888C15C5-8136-4402-A511-05ADFD7AE465}" type="presParOf" srcId="{8EA047EB-8C2A-4E5B-86EA-82B29A68F32B}" destId="{FE56BD9B-E208-4AF7-AFC0-744DD16FF027}" srcOrd="13" destOrd="0" presId="urn:microsoft.com/office/officeart/2005/8/layout/pyramid2"/>
    <dgm:cxn modelId="{6C7491C1-7940-4482-8BB5-D9A8AB05667E}" type="presParOf" srcId="{8EA047EB-8C2A-4E5B-86EA-82B29A68F32B}" destId="{6B3910E9-D43C-440D-BA16-B0E77073E4CA}" srcOrd="14" destOrd="0" presId="urn:microsoft.com/office/officeart/2005/8/layout/pyramid2"/>
    <dgm:cxn modelId="{2996318F-6363-4A6E-A55B-C6549A34F1BA}" type="presParOf" srcId="{8EA047EB-8C2A-4E5B-86EA-82B29A68F32B}" destId="{982013B6-3E6E-45CC-BCAC-74D81F677763}" srcOrd="1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492AA3-B90E-433C-871B-BDB01892A043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AE"/>
        </a:p>
      </dgm:t>
    </dgm:pt>
    <dgm:pt modelId="{E11F1B20-2FCE-48B3-A329-8B218451BB82}">
      <dgm:prSet/>
      <dgm:spPr/>
      <dgm:t>
        <a:bodyPr/>
        <a:lstStyle/>
        <a:p>
          <a:r>
            <a:rPr lang="en-AE"/>
            <a:t>Array Operations</a:t>
          </a:r>
        </a:p>
      </dgm:t>
    </dgm:pt>
    <dgm:pt modelId="{9919EF7B-BBE8-4D33-ABD5-662C46ABDA4D}" type="parTrans" cxnId="{80797A11-35C7-4528-A326-10D98CDF4DC5}">
      <dgm:prSet/>
      <dgm:spPr/>
      <dgm:t>
        <a:bodyPr/>
        <a:lstStyle/>
        <a:p>
          <a:endParaRPr lang="en-AE"/>
        </a:p>
      </dgm:t>
    </dgm:pt>
    <dgm:pt modelId="{801E33ED-1D86-4083-9FAE-3014D170537D}" type="sibTrans" cxnId="{80797A11-35C7-4528-A326-10D98CDF4DC5}">
      <dgm:prSet/>
      <dgm:spPr/>
      <dgm:t>
        <a:bodyPr/>
        <a:lstStyle/>
        <a:p>
          <a:endParaRPr lang="en-AE"/>
        </a:p>
      </dgm:t>
    </dgm:pt>
    <dgm:pt modelId="{425A85A1-4CBC-4751-B353-7345AF1EA0B7}">
      <dgm:prSet/>
      <dgm:spPr/>
      <dgm:t>
        <a:bodyPr/>
        <a:lstStyle/>
        <a:p>
          <a:r>
            <a:rPr lang="en-AE"/>
            <a:t>Element‑wise math</a:t>
          </a:r>
        </a:p>
      </dgm:t>
    </dgm:pt>
    <dgm:pt modelId="{2A52F74C-008B-4C31-9D77-FEDF0F21A9B7}" type="parTrans" cxnId="{131EA35C-56A9-45EE-9A09-BB44D3EF895B}">
      <dgm:prSet/>
      <dgm:spPr/>
      <dgm:t>
        <a:bodyPr/>
        <a:lstStyle/>
        <a:p>
          <a:endParaRPr lang="en-AE"/>
        </a:p>
      </dgm:t>
    </dgm:pt>
    <dgm:pt modelId="{EBEDD09C-0E4C-4AC6-82D5-9A10476BC646}" type="sibTrans" cxnId="{131EA35C-56A9-45EE-9A09-BB44D3EF895B}">
      <dgm:prSet/>
      <dgm:spPr/>
      <dgm:t>
        <a:bodyPr/>
        <a:lstStyle/>
        <a:p>
          <a:endParaRPr lang="en-AE"/>
        </a:p>
      </dgm:t>
    </dgm:pt>
    <dgm:pt modelId="{A8D7F682-545B-419C-861F-22D9C67A29CA}">
      <dgm:prSet/>
      <dgm:spPr/>
      <dgm:t>
        <a:bodyPr/>
        <a:lstStyle/>
        <a:p>
          <a:r>
            <a:rPr lang="en-AE"/>
            <a:t>Matrix multiplication</a:t>
          </a:r>
        </a:p>
      </dgm:t>
    </dgm:pt>
    <dgm:pt modelId="{A8E5406F-CB46-4F60-9A56-439A3E3C4F13}" type="parTrans" cxnId="{696BB334-CFE9-40A1-88E1-1A3DF4973DCC}">
      <dgm:prSet/>
      <dgm:spPr/>
      <dgm:t>
        <a:bodyPr/>
        <a:lstStyle/>
        <a:p>
          <a:endParaRPr lang="en-AE"/>
        </a:p>
      </dgm:t>
    </dgm:pt>
    <dgm:pt modelId="{F75965B9-DA1D-4A8C-9EF3-E6E21047E5CD}" type="sibTrans" cxnId="{696BB334-CFE9-40A1-88E1-1A3DF4973DCC}">
      <dgm:prSet/>
      <dgm:spPr/>
      <dgm:t>
        <a:bodyPr/>
        <a:lstStyle/>
        <a:p>
          <a:endParaRPr lang="en-AE"/>
        </a:p>
      </dgm:t>
    </dgm:pt>
    <dgm:pt modelId="{7402D445-2033-46B3-8150-1C367247B309}">
      <dgm:prSet/>
      <dgm:spPr/>
      <dgm:t>
        <a:bodyPr/>
        <a:lstStyle/>
        <a:p>
          <a:r>
            <a:rPr lang="en-AE"/>
            <a:t>Broadcasting rules</a:t>
          </a:r>
        </a:p>
      </dgm:t>
    </dgm:pt>
    <dgm:pt modelId="{2926DAB6-A86B-4BF4-9DA5-587EDC109867}" type="parTrans" cxnId="{7A486261-83CD-4841-A2BD-E7D58459107A}">
      <dgm:prSet/>
      <dgm:spPr/>
      <dgm:t>
        <a:bodyPr/>
        <a:lstStyle/>
        <a:p>
          <a:endParaRPr lang="en-AE"/>
        </a:p>
      </dgm:t>
    </dgm:pt>
    <dgm:pt modelId="{3139964A-6593-43D9-8A4F-97FC4A63A1BF}" type="sibTrans" cxnId="{7A486261-83CD-4841-A2BD-E7D58459107A}">
      <dgm:prSet/>
      <dgm:spPr/>
      <dgm:t>
        <a:bodyPr/>
        <a:lstStyle/>
        <a:p>
          <a:endParaRPr lang="en-AE"/>
        </a:p>
      </dgm:t>
    </dgm:pt>
    <dgm:pt modelId="{E9F4FD58-6575-4275-816E-3D0CF7E1EB49}">
      <dgm:prSet/>
      <dgm:spPr/>
      <dgm:t>
        <a:bodyPr/>
        <a:lstStyle/>
        <a:p>
          <a:r>
            <a:rPr lang="en-AE"/>
            <a:t>Fast vectorized computation</a:t>
          </a:r>
        </a:p>
      </dgm:t>
    </dgm:pt>
    <dgm:pt modelId="{D59CB6D3-3B77-4ABF-81B8-D94F1CDFCD92}" type="parTrans" cxnId="{64802FE9-ECB7-452E-9DF7-CF951CC06B07}">
      <dgm:prSet/>
      <dgm:spPr/>
      <dgm:t>
        <a:bodyPr/>
        <a:lstStyle/>
        <a:p>
          <a:endParaRPr lang="en-AE"/>
        </a:p>
      </dgm:t>
    </dgm:pt>
    <dgm:pt modelId="{20ECAF66-40EC-4D0E-8E88-EDBD937216A2}" type="sibTrans" cxnId="{64802FE9-ECB7-452E-9DF7-CF951CC06B07}">
      <dgm:prSet/>
      <dgm:spPr/>
      <dgm:t>
        <a:bodyPr/>
        <a:lstStyle/>
        <a:p>
          <a:endParaRPr lang="en-AE"/>
        </a:p>
      </dgm:t>
    </dgm:pt>
    <dgm:pt modelId="{58DBED98-69B0-4AB1-9543-DB08D5D2F48A}" type="pres">
      <dgm:prSet presAssocID="{00492AA3-B90E-433C-871B-BDB01892A043}" presName="compositeShape" presStyleCnt="0">
        <dgm:presLayoutVars>
          <dgm:dir/>
          <dgm:resizeHandles/>
        </dgm:presLayoutVars>
      </dgm:prSet>
      <dgm:spPr/>
    </dgm:pt>
    <dgm:pt modelId="{1CBA6B82-8C97-4FFB-B5F2-35EDA141AB85}" type="pres">
      <dgm:prSet presAssocID="{00492AA3-B90E-433C-871B-BDB01892A043}" presName="pyramid" presStyleLbl="node1" presStyleIdx="0" presStyleCnt="1"/>
      <dgm:spPr/>
    </dgm:pt>
    <dgm:pt modelId="{5AD8FC1B-AAF0-40C1-9A79-13B8967AD78A}" type="pres">
      <dgm:prSet presAssocID="{00492AA3-B90E-433C-871B-BDB01892A043}" presName="theList" presStyleCnt="0"/>
      <dgm:spPr/>
    </dgm:pt>
    <dgm:pt modelId="{1F92206C-4FCA-446B-8174-0386BD936373}" type="pres">
      <dgm:prSet presAssocID="{E11F1B20-2FCE-48B3-A329-8B218451BB82}" presName="aNode" presStyleLbl="fgAcc1" presStyleIdx="0" presStyleCnt="5">
        <dgm:presLayoutVars>
          <dgm:bulletEnabled val="1"/>
        </dgm:presLayoutVars>
      </dgm:prSet>
      <dgm:spPr/>
    </dgm:pt>
    <dgm:pt modelId="{2949370D-D1C1-4823-A6E2-8D90D15B0173}" type="pres">
      <dgm:prSet presAssocID="{E11F1B20-2FCE-48B3-A329-8B218451BB82}" presName="aSpace" presStyleCnt="0"/>
      <dgm:spPr/>
    </dgm:pt>
    <dgm:pt modelId="{7F443070-AE17-4F0A-A016-DE11A764B2B8}" type="pres">
      <dgm:prSet presAssocID="{425A85A1-4CBC-4751-B353-7345AF1EA0B7}" presName="aNode" presStyleLbl="fgAcc1" presStyleIdx="1" presStyleCnt="5">
        <dgm:presLayoutVars>
          <dgm:bulletEnabled val="1"/>
        </dgm:presLayoutVars>
      </dgm:prSet>
      <dgm:spPr/>
    </dgm:pt>
    <dgm:pt modelId="{E2D83503-772A-4632-89F4-7A7F4DD0B758}" type="pres">
      <dgm:prSet presAssocID="{425A85A1-4CBC-4751-B353-7345AF1EA0B7}" presName="aSpace" presStyleCnt="0"/>
      <dgm:spPr/>
    </dgm:pt>
    <dgm:pt modelId="{8199D8C4-F879-496A-9CA7-8A6AB0215B8C}" type="pres">
      <dgm:prSet presAssocID="{A8D7F682-545B-419C-861F-22D9C67A29CA}" presName="aNode" presStyleLbl="fgAcc1" presStyleIdx="2" presStyleCnt="5">
        <dgm:presLayoutVars>
          <dgm:bulletEnabled val="1"/>
        </dgm:presLayoutVars>
      </dgm:prSet>
      <dgm:spPr/>
    </dgm:pt>
    <dgm:pt modelId="{F6A8FD01-792C-40E9-A096-FCA888A976C4}" type="pres">
      <dgm:prSet presAssocID="{A8D7F682-545B-419C-861F-22D9C67A29CA}" presName="aSpace" presStyleCnt="0"/>
      <dgm:spPr/>
    </dgm:pt>
    <dgm:pt modelId="{ACA99CEC-BCE1-4214-A016-2782045B4A5B}" type="pres">
      <dgm:prSet presAssocID="{7402D445-2033-46B3-8150-1C367247B309}" presName="aNode" presStyleLbl="fgAcc1" presStyleIdx="3" presStyleCnt="5">
        <dgm:presLayoutVars>
          <dgm:bulletEnabled val="1"/>
        </dgm:presLayoutVars>
      </dgm:prSet>
      <dgm:spPr/>
    </dgm:pt>
    <dgm:pt modelId="{D7C50F15-1E57-47FE-91AE-B43B5C63E32B}" type="pres">
      <dgm:prSet presAssocID="{7402D445-2033-46B3-8150-1C367247B309}" presName="aSpace" presStyleCnt="0"/>
      <dgm:spPr/>
    </dgm:pt>
    <dgm:pt modelId="{522EA378-0037-4035-BC94-33283441C391}" type="pres">
      <dgm:prSet presAssocID="{E9F4FD58-6575-4275-816E-3D0CF7E1EB49}" presName="aNode" presStyleLbl="fgAcc1" presStyleIdx="4" presStyleCnt="5">
        <dgm:presLayoutVars>
          <dgm:bulletEnabled val="1"/>
        </dgm:presLayoutVars>
      </dgm:prSet>
      <dgm:spPr/>
    </dgm:pt>
    <dgm:pt modelId="{09C3F7C5-8F20-4CFC-8D5A-3509A26BB2CE}" type="pres">
      <dgm:prSet presAssocID="{E9F4FD58-6575-4275-816E-3D0CF7E1EB49}" presName="aSpace" presStyleCnt="0"/>
      <dgm:spPr/>
    </dgm:pt>
  </dgm:ptLst>
  <dgm:cxnLst>
    <dgm:cxn modelId="{80797A11-35C7-4528-A326-10D98CDF4DC5}" srcId="{00492AA3-B90E-433C-871B-BDB01892A043}" destId="{E11F1B20-2FCE-48B3-A329-8B218451BB82}" srcOrd="0" destOrd="0" parTransId="{9919EF7B-BBE8-4D33-ABD5-662C46ABDA4D}" sibTransId="{801E33ED-1D86-4083-9FAE-3014D170537D}"/>
    <dgm:cxn modelId="{C81E3113-A6A4-423E-AFFD-243405A82C08}" type="presOf" srcId="{A8D7F682-545B-419C-861F-22D9C67A29CA}" destId="{8199D8C4-F879-496A-9CA7-8A6AB0215B8C}" srcOrd="0" destOrd="0" presId="urn:microsoft.com/office/officeart/2005/8/layout/pyramid2"/>
    <dgm:cxn modelId="{696BB334-CFE9-40A1-88E1-1A3DF4973DCC}" srcId="{00492AA3-B90E-433C-871B-BDB01892A043}" destId="{A8D7F682-545B-419C-861F-22D9C67A29CA}" srcOrd="2" destOrd="0" parTransId="{A8E5406F-CB46-4F60-9A56-439A3E3C4F13}" sibTransId="{F75965B9-DA1D-4A8C-9EF3-E6E21047E5CD}"/>
    <dgm:cxn modelId="{F164413A-5E6A-4C8E-8EBD-1094C041DF21}" type="presOf" srcId="{00492AA3-B90E-433C-871B-BDB01892A043}" destId="{58DBED98-69B0-4AB1-9543-DB08D5D2F48A}" srcOrd="0" destOrd="0" presId="urn:microsoft.com/office/officeart/2005/8/layout/pyramid2"/>
    <dgm:cxn modelId="{131EA35C-56A9-45EE-9A09-BB44D3EF895B}" srcId="{00492AA3-B90E-433C-871B-BDB01892A043}" destId="{425A85A1-4CBC-4751-B353-7345AF1EA0B7}" srcOrd="1" destOrd="0" parTransId="{2A52F74C-008B-4C31-9D77-FEDF0F21A9B7}" sibTransId="{EBEDD09C-0E4C-4AC6-82D5-9A10476BC646}"/>
    <dgm:cxn modelId="{7A486261-83CD-4841-A2BD-E7D58459107A}" srcId="{00492AA3-B90E-433C-871B-BDB01892A043}" destId="{7402D445-2033-46B3-8150-1C367247B309}" srcOrd="3" destOrd="0" parTransId="{2926DAB6-A86B-4BF4-9DA5-587EDC109867}" sibTransId="{3139964A-6593-43D9-8A4F-97FC4A63A1BF}"/>
    <dgm:cxn modelId="{B2D62070-2D82-4790-9A66-F280B3E41802}" type="presOf" srcId="{425A85A1-4CBC-4751-B353-7345AF1EA0B7}" destId="{7F443070-AE17-4F0A-A016-DE11A764B2B8}" srcOrd="0" destOrd="0" presId="urn:microsoft.com/office/officeart/2005/8/layout/pyramid2"/>
    <dgm:cxn modelId="{A95D5371-31A0-4F77-A0F4-DA228F603AD9}" type="presOf" srcId="{E9F4FD58-6575-4275-816E-3D0CF7E1EB49}" destId="{522EA378-0037-4035-BC94-33283441C391}" srcOrd="0" destOrd="0" presId="urn:microsoft.com/office/officeart/2005/8/layout/pyramid2"/>
    <dgm:cxn modelId="{F8E47854-6C29-4BDA-A399-5C9A26E42565}" type="presOf" srcId="{7402D445-2033-46B3-8150-1C367247B309}" destId="{ACA99CEC-BCE1-4214-A016-2782045B4A5B}" srcOrd="0" destOrd="0" presId="urn:microsoft.com/office/officeart/2005/8/layout/pyramid2"/>
    <dgm:cxn modelId="{173EB9D3-A965-4BE2-970D-F67CA2ABF6D8}" type="presOf" srcId="{E11F1B20-2FCE-48B3-A329-8B218451BB82}" destId="{1F92206C-4FCA-446B-8174-0386BD936373}" srcOrd="0" destOrd="0" presId="urn:microsoft.com/office/officeart/2005/8/layout/pyramid2"/>
    <dgm:cxn modelId="{64802FE9-ECB7-452E-9DF7-CF951CC06B07}" srcId="{00492AA3-B90E-433C-871B-BDB01892A043}" destId="{E9F4FD58-6575-4275-816E-3D0CF7E1EB49}" srcOrd="4" destOrd="0" parTransId="{D59CB6D3-3B77-4ABF-81B8-D94F1CDFCD92}" sibTransId="{20ECAF66-40EC-4D0E-8E88-EDBD937216A2}"/>
    <dgm:cxn modelId="{3977A5D9-EF2A-4F05-8B8C-1784F249AB4E}" type="presParOf" srcId="{58DBED98-69B0-4AB1-9543-DB08D5D2F48A}" destId="{1CBA6B82-8C97-4FFB-B5F2-35EDA141AB85}" srcOrd="0" destOrd="0" presId="urn:microsoft.com/office/officeart/2005/8/layout/pyramid2"/>
    <dgm:cxn modelId="{16BCF1E7-DED2-4047-B268-2D2287974D7E}" type="presParOf" srcId="{58DBED98-69B0-4AB1-9543-DB08D5D2F48A}" destId="{5AD8FC1B-AAF0-40C1-9A79-13B8967AD78A}" srcOrd="1" destOrd="0" presId="urn:microsoft.com/office/officeart/2005/8/layout/pyramid2"/>
    <dgm:cxn modelId="{C82F9CC6-D636-4540-A24D-E606F45FA454}" type="presParOf" srcId="{5AD8FC1B-AAF0-40C1-9A79-13B8967AD78A}" destId="{1F92206C-4FCA-446B-8174-0386BD936373}" srcOrd="0" destOrd="0" presId="urn:microsoft.com/office/officeart/2005/8/layout/pyramid2"/>
    <dgm:cxn modelId="{1B4FC579-C841-48C9-8AAD-04F1D05161A9}" type="presParOf" srcId="{5AD8FC1B-AAF0-40C1-9A79-13B8967AD78A}" destId="{2949370D-D1C1-4823-A6E2-8D90D15B0173}" srcOrd="1" destOrd="0" presId="urn:microsoft.com/office/officeart/2005/8/layout/pyramid2"/>
    <dgm:cxn modelId="{F2000B6D-73E9-4E97-822F-7EA46E771567}" type="presParOf" srcId="{5AD8FC1B-AAF0-40C1-9A79-13B8967AD78A}" destId="{7F443070-AE17-4F0A-A016-DE11A764B2B8}" srcOrd="2" destOrd="0" presId="urn:microsoft.com/office/officeart/2005/8/layout/pyramid2"/>
    <dgm:cxn modelId="{978B6523-3BFE-4DAC-9901-1E7F6F7757F2}" type="presParOf" srcId="{5AD8FC1B-AAF0-40C1-9A79-13B8967AD78A}" destId="{E2D83503-772A-4632-89F4-7A7F4DD0B758}" srcOrd="3" destOrd="0" presId="urn:microsoft.com/office/officeart/2005/8/layout/pyramid2"/>
    <dgm:cxn modelId="{B185BBC2-66BB-48EB-B97B-77F609867A21}" type="presParOf" srcId="{5AD8FC1B-AAF0-40C1-9A79-13B8967AD78A}" destId="{8199D8C4-F879-496A-9CA7-8A6AB0215B8C}" srcOrd="4" destOrd="0" presId="urn:microsoft.com/office/officeart/2005/8/layout/pyramid2"/>
    <dgm:cxn modelId="{FAED73EF-C4DD-4D4A-9533-2E8E00F44D3C}" type="presParOf" srcId="{5AD8FC1B-AAF0-40C1-9A79-13B8967AD78A}" destId="{F6A8FD01-792C-40E9-A096-FCA888A976C4}" srcOrd="5" destOrd="0" presId="urn:microsoft.com/office/officeart/2005/8/layout/pyramid2"/>
    <dgm:cxn modelId="{5160D873-79FE-49F5-A2DC-812EDB1EAAC1}" type="presParOf" srcId="{5AD8FC1B-AAF0-40C1-9A79-13B8967AD78A}" destId="{ACA99CEC-BCE1-4214-A016-2782045B4A5B}" srcOrd="6" destOrd="0" presId="urn:microsoft.com/office/officeart/2005/8/layout/pyramid2"/>
    <dgm:cxn modelId="{3F4FB28E-11C8-4630-8EFA-26BB2FD673AF}" type="presParOf" srcId="{5AD8FC1B-AAF0-40C1-9A79-13B8967AD78A}" destId="{D7C50F15-1E57-47FE-91AE-B43B5C63E32B}" srcOrd="7" destOrd="0" presId="urn:microsoft.com/office/officeart/2005/8/layout/pyramid2"/>
    <dgm:cxn modelId="{82BE0D7B-DA74-4D9D-97DD-5E47240F99CB}" type="presParOf" srcId="{5AD8FC1B-AAF0-40C1-9A79-13B8967AD78A}" destId="{522EA378-0037-4035-BC94-33283441C391}" srcOrd="8" destOrd="0" presId="urn:microsoft.com/office/officeart/2005/8/layout/pyramid2"/>
    <dgm:cxn modelId="{EAD516FF-F40D-428D-B3D0-6307760EFB7D}" type="presParOf" srcId="{5AD8FC1B-AAF0-40C1-9A79-13B8967AD78A}" destId="{09C3F7C5-8F20-4CFC-8D5A-3509A26BB2CE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AE5A8-DC94-4C85-BBC1-79C1B241B4CC}">
      <dsp:nvSpPr>
        <dsp:cNvPr id="0" name=""/>
        <dsp:cNvSpPr/>
      </dsp:nvSpPr>
      <dsp:spPr>
        <a:xfrm>
          <a:off x="0" y="33317"/>
          <a:ext cx="820868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700" kern="1200"/>
            <a:t>Core numerical computing library for Python</a:t>
          </a:r>
        </a:p>
      </dsp:txBody>
      <dsp:txXfrm>
        <a:off x="52359" y="85676"/>
        <a:ext cx="8103971" cy="967861"/>
      </dsp:txXfrm>
    </dsp:sp>
    <dsp:sp modelId="{2E0EE73B-3A55-474E-BDAF-7CFD1080A633}">
      <dsp:nvSpPr>
        <dsp:cNvPr id="0" name=""/>
        <dsp:cNvSpPr/>
      </dsp:nvSpPr>
      <dsp:spPr>
        <a:xfrm>
          <a:off x="0" y="1183656"/>
          <a:ext cx="820868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700" kern="1200"/>
            <a:t>Provides fast N‑dimensional arrays</a:t>
          </a:r>
        </a:p>
      </dsp:txBody>
      <dsp:txXfrm>
        <a:off x="52359" y="1236015"/>
        <a:ext cx="8103971" cy="967861"/>
      </dsp:txXfrm>
    </dsp:sp>
    <dsp:sp modelId="{DC97AD5C-1805-4B9D-AD47-153CA367CEDC}">
      <dsp:nvSpPr>
        <dsp:cNvPr id="0" name=""/>
        <dsp:cNvSpPr/>
      </dsp:nvSpPr>
      <dsp:spPr>
        <a:xfrm>
          <a:off x="0" y="2333995"/>
          <a:ext cx="820868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700" kern="1200"/>
            <a:t>Written in C for performance</a:t>
          </a:r>
        </a:p>
      </dsp:txBody>
      <dsp:txXfrm>
        <a:off x="52359" y="2386354"/>
        <a:ext cx="8103971" cy="967861"/>
      </dsp:txXfrm>
    </dsp:sp>
    <dsp:sp modelId="{238298C0-915C-4644-94F1-7867F63605E0}">
      <dsp:nvSpPr>
        <dsp:cNvPr id="0" name=""/>
        <dsp:cNvSpPr/>
      </dsp:nvSpPr>
      <dsp:spPr>
        <a:xfrm>
          <a:off x="0" y="3484334"/>
          <a:ext cx="8208689" cy="10725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700" kern="1200"/>
            <a:t>Backbone for Pandas, SciPy, Scikit‑learn, TensorFlow, PyTorch</a:t>
          </a:r>
        </a:p>
      </dsp:txBody>
      <dsp:txXfrm>
        <a:off x="52359" y="3536693"/>
        <a:ext cx="8103971" cy="9678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D249F-5B70-4C2C-A360-20EC842115A3}">
      <dsp:nvSpPr>
        <dsp:cNvPr id="0" name=""/>
        <dsp:cNvSpPr/>
      </dsp:nvSpPr>
      <dsp:spPr>
        <a:xfrm>
          <a:off x="968105" y="0"/>
          <a:ext cx="5454328" cy="5454328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566D8D-90E5-418D-90A1-57640F11A181}">
      <dsp:nvSpPr>
        <dsp:cNvPr id="0" name=""/>
        <dsp:cNvSpPr/>
      </dsp:nvSpPr>
      <dsp:spPr>
        <a:xfrm>
          <a:off x="3695269" y="545965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10–100× faster than pure Python loops</a:t>
          </a:r>
        </a:p>
      </dsp:txBody>
      <dsp:txXfrm>
        <a:off x="3718931" y="569627"/>
        <a:ext cx="3497989" cy="437386"/>
      </dsp:txXfrm>
    </dsp:sp>
    <dsp:sp modelId="{C12CD031-2F3A-4B45-BACE-29804725F245}">
      <dsp:nvSpPr>
        <dsp:cNvPr id="0" name=""/>
        <dsp:cNvSpPr/>
      </dsp:nvSpPr>
      <dsp:spPr>
        <a:xfrm>
          <a:off x="3695269" y="1091265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Memory‑efficient, contiguous arrays</a:t>
          </a:r>
        </a:p>
      </dsp:txBody>
      <dsp:txXfrm>
        <a:off x="3718931" y="1114927"/>
        <a:ext cx="3497989" cy="437386"/>
      </dsp:txXfrm>
    </dsp:sp>
    <dsp:sp modelId="{E92A7E8A-E020-485F-ADD2-2E73D32795A6}">
      <dsp:nvSpPr>
        <dsp:cNvPr id="0" name=""/>
        <dsp:cNvSpPr/>
      </dsp:nvSpPr>
      <dsp:spPr>
        <a:xfrm>
          <a:off x="3695269" y="1636564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Vectorized operations eliminate slow Python iteration</a:t>
          </a:r>
        </a:p>
      </dsp:txBody>
      <dsp:txXfrm>
        <a:off x="3718931" y="1660226"/>
        <a:ext cx="3497989" cy="437386"/>
      </dsp:txXfrm>
    </dsp:sp>
    <dsp:sp modelId="{41FD8613-7B4C-42B0-8988-CF9B7C1FF3D2}">
      <dsp:nvSpPr>
        <dsp:cNvPr id="0" name=""/>
        <dsp:cNvSpPr/>
      </dsp:nvSpPr>
      <dsp:spPr>
        <a:xfrm>
          <a:off x="3695269" y="2181864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Industry standard for numerical workloads</a:t>
          </a:r>
        </a:p>
      </dsp:txBody>
      <dsp:txXfrm>
        <a:off x="3718931" y="2205526"/>
        <a:ext cx="3497989" cy="437386"/>
      </dsp:txXfrm>
    </dsp:sp>
    <dsp:sp modelId="{343734F8-2794-463E-BA4D-CCC5B2BF37F5}">
      <dsp:nvSpPr>
        <dsp:cNvPr id="0" name=""/>
        <dsp:cNvSpPr/>
      </dsp:nvSpPr>
      <dsp:spPr>
        <a:xfrm>
          <a:off x="3695269" y="2727164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Arrays are typed, compact, and optimized</a:t>
          </a:r>
        </a:p>
      </dsp:txBody>
      <dsp:txXfrm>
        <a:off x="3718931" y="2750826"/>
        <a:ext cx="3497989" cy="437386"/>
      </dsp:txXfrm>
    </dsp:sp>
    <dsp:sp modelId="{1CA5B22B-A976-4317-B651-A362358E711E}">
      <dsp:nvSpPr>
        <dsp:cNvPr id="0" name=""/>
        <dsp:cNvSpPr/>
      </dsp:nvSpPr>
      <dsp:spPr>
        <a:xfrm>
          <a:off x="3695269" y="3272463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Lists are generic and slower</a:t>
          </a:r>
        </a:p>
      </dsp:txBody>
      <dsp:txXfrm>
        <a:off x="3718931" y="3296125"/>
        <a:ext cx="3497989" cy="437386"/>
      </dsp:txXfrm>
    </dsp:sp>
    <dsp:sp modelId="{53851CE9-0575-4748-83CF-802C31969BD3}">
      <dsp:nvSpPr>
        <dsp:cNvPr id="0" name=""/>
        <dsp:cNvSpPr/>
      </dsp:nvSpPr>
      <dsp:spPr>
        <a:xfrm>
          <a:off x="3695269" y="3817763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Arrays support broadcasting and vectorized math</a:t>
          </a:r>
        </a:p>
      </dsp:txBody>
      <dsp:txXfrm>
        <a:off x="3718931" y="3841425"/>
        <a:ext cx="3497989" cy="437386"/>
      </dsp:txXfrm>
    </dsp:sp>
    <dsp:sp modelId="{6B3910E9-D43C-440D-BA16-B0E77073E4CA}">
      <dsp:nvSpPr>
        <dsp:cNvPr id="0" name=""/>
        <dsp:cNvSpPr/>
      </dsp:nvSpPr>
      <dsp:spPr>
        <a:xfrm>
          <a:off x="3695269" y="4363062"/>
          <a:ext cx="3545313" cy="4847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200" kern="1200"/>
            <a:t>Ideal for large datasets and matrix operations</a:t>
          </a:r>
        </a:p>
      </dsp:txBody>
      <dsp:txXfrm>
        <a:off x="3718931" y="4386724"/>
        <a:ext cx="3497989" cy="4373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A6B82-8C97-4FFB-B5F2-35EDA141AB85}">
      <dsp:nvSpPr>
        <dsp:cNvPr id="0" name=""/>
        <dsp:cNvSpPr/>
      </dsp:nvSpPr>
      <dsp:spPr>
        <a:xfrm>
          <a:off x="1128323" y="0"/>
          <a:ext cx="5238304" cy="5238304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2206C-4FCA-446B-8174-0386BD936373}">
      <dsp:nvSpPr>
        <dsp:cNvPr id="0" name=""/>
        <dsp:cNvSpPr/>
      </dsp:nvSpPr>
      <dsp:spPr>
        <a:xfrm>
          <a:off x="3747475" y="524341"/>
          <a:ext cx="3404897" cy="74482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100" kern="1200"/>
            <a:t>Array Operations</a:t>
          </a:r>
        </a:p>
      </dsp:txBody>
      <dsp:txXfrm>
        <a:off x="3783834" y="560700"/>
        <a:ext cx="3332179" cy="672103"/>
      </dsp:txXfrm>
    </dsp:sp>
    <dsp:sp modelId="{7F443070-AE17-4F0A-A016-DE11A764B2B8}">
      <dsp:nvSpPr>
        <dsp:cNvPr id="0" name=""/>
        <dsp:cNvSpPr/>
      </dsp:nvSpPr>
      <dsp:spPr>
        <a:xfrm>
          <a:off x="3747475" y="1362265"/>
          <a:ext cx="3404897" cy="74482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100" kern="1200"/>
            <a:t>Element‑wise math</a:t>
          </a:r>
        </a:p>
      </dsp:txBody>
      <dsp:txXfrm>
        <a:off x="3783834" y="1398624"/>
        <a:ext cx="3332179" cy="672103"/>
      </dsp:txXfrm>
    </dsp:sp>
    <dsp:sp modelId="{8199D8C4-F879-496A-9CA7-8A6AB0215B8C}">
      <dsp:nvSpPr>
        <dsp:cNvPr id="0" name=""/>
        <dsp:cNvSpPr/>
      </dsp:nvSpPr>
      <dsp:spPr>
        <a:xfrm>
          <a:off x="3747475" y="2200189"/>
          <a:ext cx="3404897" cy="74482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100" kern="1200"/>
            <a:t>Matrix multiplication</a:t>
          </a:r>
        </a:p>
      </dsp:txBody>
      <dsp:txXfrm>
        <a:off x="3783834" y="2236548"/>
        <a:ext cx="3332179" cy="672103"/>
      </dsp:txXfrm>
    </dsp:sp>
    <dsp:sp modelId="{ACA99CEC-BCE1-4214-A016-2782045B4A5B}">
      <dsp:nvSpPr>
        <dsp:cNvPr id="0" name=""/>
        <dsp:cNvSpPr/>
      </dsp:nvSpPr>
      <dsp:spPr>
        <a:xfrm>
          <a:off x="3747475" y="3038114"/>
          <a:ext cx="3404897" cy="74482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100" kern="1200"/>
            <a:t>Broadcasting rules</a:t>
          </a:r>
        </a:p>
      </dsp:txBody>
      <dsp:txXfrm>
        <a:off x="3783834" y="3074473"/>
        <a:ext cx="3332179" cy="672103"/>
      </dsp:txXfrm>
    </dsp:sp>
    <dsp:sp modelId="{522EA378-0037-4035-BC94-33283441C391}">
      <dsp:nvSpPr>
        <dsp:cNvPr id="0" name=""/>
        <dsp:cNvSpPr/>
      </dsp:nvSpPr>
      <dsp:spPr>
        <a:xfrm>
          <a:off x="3747475" y="3876038"/>
          <a:ext cx="3404897" cy="74482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100" kern="1200"/>
            <a:t>Fast vectorized computation</a:t>
          </a:r>
        </a:p>
      </dsp:txBody>
      <dsp:txXfrm>
        <a:off x="3783834" y="3912397"/>
        <a:ext cx="3332179" cy="6721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36A8E-CA61-4566-A6D1-006F7BF71CD6}" type="datetimeFigureOut">
              <a:rPr lang="en-AE" smtClean="0"/>
              <a:t>05/07/2026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DE410-CB79-4446-B85D-134BAA55D0D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37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DE410-CB79-4446-B85D-134BAA55D0D8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91265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33437"/>
            <a:ext cx="8568531" cy="1196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162036"/>
            <a:ext cx="7056438" cy="1426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0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585707"/>
            <a:ext cx="8568531" cy="11082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365069"/>
            <a:ext cx="8568531" cy="12206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7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5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1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9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249056"/>
            <a:ext cx="4454027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1769603"/>
            <a:ext cx="4454027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249056"/>
            <a:ext cx="4455776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1769603"/>
            <a:ext cx="4455776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9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7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2" y="222169"/>
            <a:ext cx="3316456" cy="9455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5" y="222170"/>
            <a:ext cx="5635349" cy="47624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2" y="1167680"/>
            <a:ext cx="3316456" cy="3816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9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3906044"/>
            <a:ext cx="6048375" cy="4611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498589"/>
            <a:ext cx="6048375" cy="3348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4367175"/>
            <a:ext cx="6048375" cy="6548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6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7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182127"/>
            <a:ext cx="2500906" cy="3873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182127"/>
            <a:ext cx="7334704" cy="3873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302015"/>
            <a:ext cx="9072563" cy="368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93DC-8431-4D9C-8775-C20137EA534C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5171892"/>
            <a:ext cx="319219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" y="0"/>
            <a:ext cx="10058400" cy="556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3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20" y="4011"/>
            <a:ext cx="10095445" cy="5589586"/>
          </a:xfrm>
        </p:spPr>
      </p:pic>
    </p:spTree>
    <p:extLst>
      <p:ext uri="{BB962C8B-B14F-4D97-AF65-F5344CB8AC3E}">
        <p14:creationId xmlns:p14="http://schemas.microsoft.com/office/powerpoint/2010/main" val="123636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AB77E-1721-8D81-90D5-5B9C9E30CCAC}"/>
              </a:ext>
            </a:extLst>
          </p:cNvPr>
          <p:cNvSpPr txBox="1"/>
          <p:nvPr/>
        </p:nvSpPr>
        <p:spPr>
          <a:xfrm>
            <a:off x="504031" y="32961"/>
            <a:ext cx="8784753" cy="5994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Table Of Contents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analytics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What is Data analytics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Why Data analytics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Types of Data analytics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AE" sz="2400" dirty="0"/>
              <a:t>The Data Analytics Process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AE" sz="2400" dirty="0"/>
              <a:t>Collecting Data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AE" sz="2400" dirty="0"/>
              <a:t>Cleaning and Preparing Data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AE" sz="2400" dirty="0"/>
              <a:t>Exploring Data (Descriptive Analytics)</a:t>
            </a:r>
          </a:p>
          <a:p>
            <a:pPr marL="1485900" lvl="2" indent="-571500">
              <a:lnSpc>
                <a:spcPct val="115000"/>
              </a:lnSpc>
              <a:spcAft>
                <a:spcPts val="800"/>
              </a:spcAft>
              <a:buSzPct val="7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AE" sz="2400" dirty="0"/>
              <a:t>Visualizing Data, Diagnostic Analytics , Predictive Analytics (Forecasting), Prescriptive Analytics (</a:t>
            </a:r>
            <a:r>
              <a:rPr lang="en-AE" sz="2400"/>
              <a:t>Recommendations)</a:t>
            </a:r>
            <a:endParaRPr lang="en-A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14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8C25396-29E7-0E27-9110-8EE058E6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F882-3069-B2ED-ACEF-3F52CE8C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5BA78C-09DB-1364-1758-881F96ABD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DC3925D-86DB-0C83-B8DC-BC4C1B588E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947394"/>
              </p:ext>
            </p:extLst>
          </p:nvPr>
        </p:nvGraphicFramePr>
        <p:xfrm>
          <a:off x="504031" y="0"/>
          <a:ext cx="8208689" cy="4590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11101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FCB8225-550A-BFE7-0002-848E290C4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4B75-3F03-A168-A194-7200A961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074ABC-C8AE-2627-1E88-06A91111F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AC32C8C-927B-2A72-3C90-BBA141CB93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9127132"/>
              </p:ext>
            </p:extLst>
          </p:nvPr>
        </p:nvGraphicFramePr>
        <p:xfrm>
          <a:off x="504031" y="-1"/>
          <a:ext cx="8208689" cy="5454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52370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5D366-4895-4019-999F-5715D3E7F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9599-24AA-F8A4-01BA-26CA5D23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C3434A-7515-9264-5751-54BEA855A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C720867-2C24-2500-DEC1-98CC85F15F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88636"/>
              </p:ext>
            </p:extLst>
          </p:nvPr>
        </p:nvGraphicFramePr>
        <p:xfrm>
          <a:off x="504031" y="-1"/>
          <a:ext cx="8280697" cy="5238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32787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6D138-8A0A-FAF9-B970-44C06F97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78DE-12F9-D285-BAB5-02A14D24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387454-2538-EB84-CA0D-F2F0FCEEC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1D201B-2BF5-0AB0-3D90-19F0B349A0E0}"/>
              </a:ext>
            </a:extLst>
          </p:cNvPr>
          <p:cNvSpPr txBox="1"/>
          <p:nvPr/>
        </p:nvSpPr>
        <p:spPr>
          <a:xfrm>
            <a:off x="504031" y="223461"/>
            <a:ext cx="8784753" cy="4574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endParaRPr lang="en-US" sz="2800" b="1" dirty="0">
              <a:latin typeface="Arial" panose="020B0604020202020204" pitchFamily="34" charset="0"/>
            </a:endParaRP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400" b="1" dirty="0"/>
              <a:t>NumPy Getting Started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([1, 2, 3])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400" b="1" dirty="0"/>
              <a:t>NumPy Creating Arrays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a1 = np.array([1, 2, 3])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a2 = np.zeros((3, 3))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a3 = np.ones((2, 4))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a4 = np.arange(0, 20, 2)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a5 = np.linspace(0, 1, 5)</a:t>
            </a:r>
            <a:endParaRPr lang="en-A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17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998A-8BC7-ED1F-8DC5-46C502F0E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79D3D-0094-5874-C4D1-AC5081236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7F1D85-BE7F-5D4A-EED6-3B0C137E1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97AFF-1F57-6AA1-7170-28AA978BA157}"/>
              </a:ext>
            </a:extLst>
          </p:cNvPr>
          <p:cNvSpPr txBox="1"/>
          <p:nvPr/>
        </p:nvSpPr>
        <p:spPr>
          <a:xfrm>
            <a:off x="575816" y="557783"/>
            <a:ext cx="8784753" cy="4077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400" b="1" dirty="0"/>
              <a:t>NumPy Array Indexing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([10, 20, 30, 40])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[0],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[-1])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400" b="1" dirty="0"/>
              <a:t>NumPy Array Slicing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arr = np.arange(10)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print(arr[2:7])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print(arr[:5])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pt-B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print(arr[5:])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endParaRPr lang="pt-BR" sz="24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94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1006E-4BE0-8BE6-99C5-95A5DC58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251C-6ADB-4D64-D391-FC822E54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537512-D8B4-DCAD-84A3-894B4E0F7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FBF8D7-ADFA-C3DE-9812-17932DB0FADD}"/>
              </a:ext>
            </a:extLst>
          </p:cNvPr>
          <p:cNvSpPr txBox="1"/>
          <p:nvPr/>
        </p:nvSpPr>
        <p:spPr>
          <a:xfrm>
            <a:off x="431800" y="485775"/>
            <a:ext cx="8784753" cy="453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Copy vs View</a:t>
            </a:r>
            <a:endParaRPr lang="en-US" sz="2800" b="1" dirty="0">
              <a:latin typeface="Arial" panose="020B0604020202020204" pitchFamily="34" charset="0"/>
            </a:endParaRP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([1, 2, 3])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view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arr.view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copy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arr.copy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[0] = 99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print(view)  # reflects change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print(copy)  # does not reflect change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Shape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([[1,2,3],[4,5,6]])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print(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arr.shape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2007626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4FD55-5AEB-F0A0-53D5-4789D769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F849-8996-0880-3D70-BAB56770C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98DB24-076D-F9B2-2537-C5756A0C7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D91E7B-DA15-CAF3-BC38-4577DDDB57F1}"/>
              </a:ext>
            </a:extLst>
          </p:cNvPr>
          <p:cNvSpPr txBox="1"/>
          <p:nvPr/>
        </p:nvSpPr>
        <p:spPr>
          <a:xfrm>
            <a:off x="504031" y="-1"/>
            <a:ext cx="8424713" cy="513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Reshape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np.arange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(12)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reshaped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arr.reshape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(3, 4)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Iterating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([[1,2],[3,4]])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for row in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arr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   print(row)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Join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([1,2,3])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b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np.array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([4,5,6])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joined = </a:t>
            </a:r>
            <a:r>
              <a:rPr lang="en-US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np.concatenate</a:t>
            </a:r>
            <a:r>
              <a:rPr lang="en-US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((a, b))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716434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0F1C7-116A-ECD4-5EE8-BFB7733C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3157-639E-8981-1DEC-4B1DF36B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11AA45-5125-2F04-B2EB-8A79B274C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2D8E52-3C2B-22A6-A505-052EC8384FC8}"/>
              </a:ext>
            </a:extLst>
          </p:cNvPr>
          <p:cNvSpPr txBox="1"/>
          <p:nvPr/>
        </p:nvSpPr>
        <p:spPr>
          <a:xfrm>
            <a:off x="575816" y="237046"/>
            <a:ext cx="8784753" cy="4879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Split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np.arange</a:t>
            </a:r>
            <a:r>
              <a:rPr lang="en-US" dirty="0"/>
              <a:t>(10)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parts = </a:t>
            </a:r>
            <a:r>
              <a:rPr lang="en-US" dirty="0" err="1"/>
              <a:t>np.array_split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3)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Search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([10, 20, 30, 20])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indices = </a:t>
            </a:r>
            <a:r>
              <a:rPr lang="en-US" dirty="0" err="1"/>
              <a:t>np.where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 == 20)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Sort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([5, 3, 8, 1])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print(</a:t>
            </a:r>
            <a:r>
              <a:rPr lang="en-US" dirty="0" err="1"/>
              <a:t>np.sort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))</a:t>
            </a:r>
            <a:endParaRPr lang="en-US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endParaRPr lang="en-AE" sz="2800" b="1" dirty="0"/>
          </a:p>
        </p:txBody>
      </p:sp>
    </p:spTree>
    <p:extLst>
      <p:ext uri="{BB962C8B-B14F-4D97-AF65-F5344CB8AC3E}">
        <p14:creationId xmlns:p14="http://schemas.microsoft.com/office/powerpoint/2010/main" val="1082283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4B16-105F-B4C7-7617-05D3CC43C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9C6C-E185-D5FF-6635-A6EE6E03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21D31F-A302-6991-C3B2-38E10438C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8A9A70-A5BC-9DB6-A2F6-6CE34E60D80F}"/>
              </a:ext>
            </a:extLst>
          </p:cNvPr>
          <p:cNvSpPr txBox="1"/>
          <p:nvPr/>
        </p:nvSpPr>
        <p:spPr>
          <a:xfrm>
            <a:off x="143768" y="350067"/>
            <a:ext cx="8784753" cy="5301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Array Filter</a:t>
            </a:r>
            <a:endParaRPr lang="en-US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([10, 20, 30, 40])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filtered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arr</a:t>
            </a:r>
            <a:r>
              <a:rPr lang="en-US" dirty="0"/>
              <a:t> &gt; 25]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Random — Intro</a:t>
            </a:r>
            <a:endParaRPr lang="en-US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rand_arr</a:t>
            </a:r>
            <a:r>
              <a:rPr lang="en-US" dirty="0"/>
              <a:t> = </a:t>
            </a:r>
            <a:r>
              <a:rPr lang="en-US" dirty="0" err="1"/>
              <a:t>np.random.rand</a:t>
            </a:r>
            <a:r>
              <a:rPr lang="en-US" dirty="0"/>
              <a:t>(5)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rand_int</a:t>
            </a:r>
            <a:r>
              <a:rPr lang="en-US" dirty="0"/>
              <a:t> = </a:t>
            </a:r>
            <a:r>
              <a:rPr lang="en-US" dirty="0" err="1"/>
              <a:t>np.random.randint</a:t>
            </a:r>
            <a:r>
              <a:rPr lang="en-US" dirty="0"/>
              <a:t>(0, 100, 10)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Data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np.random.randn</a:t>
            </a:r>
            <a:r>
              <a:rPr lang="en-US" dirty="0"/>
              <a:t>(1000)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(data, </a:t>
            </a:r>
            <a:r>
              <a:rPr lang="en-US" dirty="0" err="1"/>
              <a:t>kde</a:t>
            </a:r>
            <a:r>
              <a:rPr lang="en-US" dirty="0"/>
              <a:t>=True)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endParaRPr lang="en-AE" sz="2800" b="1" dirty="0"/>
          </a:p>
        </p:txBody>
      </p:sp>
    </p:spTree>
    <p:extLst>
      <p:ext uri="{BB962C8B-B14F-4D97-AF65-F5344CB8AC3E}">
        <p14:creationId xmlns:p14="http://schemas.microsoft.com/office/powerpoint/2010/main" val="1799732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AA078-443F-A9D6-CC99-002B6BDC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3080-F385-5737-65A9-719B56F0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86E873-F313-AF7C-50CF-1A39804FC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BF2470-6C11-AC46-A964-688A2E71DF13}"/>
              </a:ext>
            </a:extLst>
          </p:cNvPr>
          <p:cNvSpPr txBox="1"/>
          <p:nvPr/>
        </p:nvSpPr>
        <p:spPr>
          <a:xfrm>
            <a:off x="504031" y="-1"/>
            <a:ext cx="8784753" cy="513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Random Permutation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np.arange</a:t>
            </a:r>
            <a:r>
              <a:rPr lang="en-US" dirty="0"/>
              <a:t>(10)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perm = </a:t>
            </a:r>
            <a:r>
              <a:rPr lang="en-US" dirty="0" err="1"/>
              <a:t>np.random.permutation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Normal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np.random.normal</a:t>
            </a:r>
            <a:r>
              <a:rPr lang="en-US" dirty="0"/>
              <a:t>(loc=0, scale=1,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(data, </a:t>
            </a:r>
            <a:r>
              <a:rPr lang="en-US" dirty="0" err="1"/>
              <a:t>kde</a:t>
            </a:r>
            <a:r>
              <a:rPr lang="en-US" dirty="0"/>
              <a:t>=True)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Binomial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np.random.binomial</a:t>
            </a:r>
            <a:r>
              <a:rPr lang="en-US" dirty="0"/>
              <a:t>(n=10, p=0.5,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(data, </a:t>
            </a:r>
            <a:r>
              <a:rPr lang="en-US" dirty="0" err="1"/>
              <a:t>kde</a:t>
            </a:r>
            <a:r>
              <a:rPr lang="en-US" dirty="0"/>
              <a:t>=False)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  <a:endParaRPr lang="en-AE" sz="2800" b="1" dirty="0"/>
          </a:p>
        </p:txBody>
      </p:sp>
    </p:spTree>
    <p:extLst>
      <p:ext uri="{BB962C8B-B14F-4D97-AF65-F5344CB8AC3E}">
        <p14:creationId xmlns:p14="http://schemas.microsoft.com/office/powerpoint/2010/main" val="345959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CA307-2D75-40BF-C157-1B71E10E8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6347-805A-62E5-8E86-024A177B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FDE429-E16B-E4B5-0EB2-EBBF73AB2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CB09BF-0EC5-FAE4-4EC6-D718DB6AA5F1}"/>
              </a:ext>
            </a:extLst>
          </p:cNvPr>
          <p:cNvSpPr txBox="1"/>
          <p:nvPr/>
        </p:nvSpPr>
        <p:spPr>
          <a:xfrm>
            <a:off x="504031" y="-1"/>
            <a:ext cx="8784753" cy="5555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Poisson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np.random.poisson</a:t>
            </a:r>
            <a:r>
              <a:rPr lang="en-US" dirty="0"/>
              <a:t>(lam=5,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  <a:endParaRPr lang="en-AE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Uniform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np.random.uniform</a:t>
            </a:r>
            <a:r>
              <a:rPr lang="en-US" dirty="0"/>
              <a:t>(0, 1, 1000)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  <a:endParaRPr lang="en-AE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Logistic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np.random.logistic</a:t>
            </a:r>
            <a:r>
              <a:rPr lang="en-US" dirty="0"/>
              <a:t>(loc=0, scale=1,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(data, </a:t>
            </a:r>
            <a:r>
              <a:rPr lang="en-US" dirty="0" err="1"/>
              <a:t>kde</a:t>
            </a:r>
            <a:r>
              <a:rPr lang="en-US" dirty="0"/>
              <a:t>=True)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27626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6023-52F6-7948-ADB8-809CF2AA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253BB-E9ED-6FF3-9CE4-0924BE576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DECCA5-573A-0ABB-F7CF-C162EDC82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DC4617-C5D8-91E7-6717-9FF0ACB56CC3}"/>
              </a:ext>
            </a:extLst>
          </p:cNvPr>
          <p:cNvSpPr txBox="1"/>
          <p:nvPr/>
        </p:nvSpPr>
        <p:spPr>
          <a:xfrm>
            <a:off x="504031" y="-1"/>
            <a:ext cx="8784753" cy="5134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Multinomial 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it-IT" dirty="0"/>
              <a:t>data = np.random.multinomial(20, [0.2, 0.3, 0.5], size=5)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it-IT" dirty="0"/>
              <a:t>print(data)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Exponential</a:t>
            </a:r>
            <a:r>
              <a:rPr lang="en-AE" sz="2800" dirty="0"/>
              <a:t> </a:t>
            </a:r>
            <a:r>
              <a:rPr lang="en-AE" sz="2800" b="1" dirty="0"/>
              <a:t>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np.random.exponential</a:t>
            </a:r>
            <a:r>
              <a:rPr lang="en-US" dirty="0"/>
              <a:t>(scale=1,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  <a:endParaRPr lang="en-AE" sz="2800" b="1" dirty="0"/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Chi‑Square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np.random.chisquare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=2,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92499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8E496-CF75-7E71-17F6-2BFF205D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F291-1A13-4DF6-90B7-CAB4168D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80CC54-377D-9CB3-3CB7-C2085F652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778BAB-B4E0-F98C-B833-170A2D283E14}"/>
              </a:ext>
            </a:extLst>
          </p:cNvPr>
          <p:cNvSpPr txBox="1"/>
          <p:nvPr/>
        </p:nvSpPr>
        <p:spPr>
          <a:xfrm>
            <a:off x="504031" y="-1"/>
            <a:ext cx="8784753" cy="597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Rayleigh</a:t>
            </a:r>
            <a:r>
              <a:rPr lang="en-AE" sz="2800" dirty="0"/>
              <a:t> </a:t>
            </a:r>
            <a:r>
              <a:rPr lang="en-AE" sz="2800" b="1" dirty="0"/>
              <a:t> 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it-IT" dirty="0"/>
              <a:t>data = np.random.rayleigh(scale=1,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it-IT" dirty="0"/>
              <a:t>sns.histplot(data)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it-IT" dirty="0"/>
              <a:t>plt.</a:t>
            </a:r>
            <a:r>
              <a:rPr lang="it-IT"/>
              <a:t>show()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/>
              <a:t>Pareto </a:t>
            </a:r>
            <a:r>
              <a:rPr lang="en-AE" sz="2800"/>
              <a:t> </a:t>
            </a:r>
            <a:r>
              <a:rPr lang="en-AE" sz="2800" b="1"/>
              <a:t> </a:t>
            </a:r>
            <a:r>
              <a:rPr lang="en-AE" sz="2800" b="1" dirty="0"/>
              <a:t>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np.random.pareto</a:t>
            </a:r>
            <a:r>
              <a:rPr lang="en-US" dirty="0"/>
              <a:t>(a=3,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AE" sz="2800" b="1" dirty="0"/>
              <a:t>Zipf  Distribution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/>
              <a:t>data = </a:t>
            </a:r>
            <a:r>
              <a:rPr lang="en-US" dirty="0" err="1"/>
              <a:t>np.random.zipf</a:t>
            </a:r>
            <a:r>
              <a:rPr lang="en-US" dirty="0"/>
              <a:t>(a=2, size=1000)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sns.histplot</a:t>
            </a:r>
            <a:r>
              <a:rPr lang="en-US" dirty="0"/>
              <a:t>(data)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plt.xlim</a:t>
            </a:r>
            <a:r>
              <a:rPr lang="en-US" dirty="0"/>
              <a:t>(0, 50)</a:t>
            </a:r>
          </a:p>
          <a:p>
            <a:pPr lvl="2">
              <a:lnSpc>
                <a:spcPct val="115000"/>
              </a:lnSpc>
              <a:spcAft>
                <a:spcPts val="800"/>
              </a:spcAft>
              <a:buSzPct val="70000"/>
              <a:tabLst>
                <a:tab pos="457200" algn="l"/>
              </a:tabLst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97830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43" y="-1320"/>
            <a:ext cx="10098067" cy="5591039"/>
          </a:xfrm>
        </p:spPr>
      </p:pic>
    </p:spTree>
    <p:extLst>
      <p:ext uri="{BB962C8B-B14F-4D97-AF65-F5344CB8AC3E}">
        <p14:creationId xmlns:p14="http://schemas.microsoft.com/office/powerpoint/2010/main" val="292355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11654</TotalTime>
  <Words>925</Words>
  <Application>Microsoft Office PowerPoint</Application>
  <PresentationFormat>Custom</PresentationFormat>
  <Paragraphs>133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Venkateshkumar Singaravelu</cp:lastModifiedBy>
  <cp:revision>211</cp:revision>
  <dcterms:created xsi:type="dcterms:W3CDTF">2021-10-09T09:31:30Z</dcterms:created>
  <dcterms:modified xsi:type="dcterms:W3CDTF">2026-07-05T10:28:42Z</dcterms:modified>
</cp:coreProperties>
</file>